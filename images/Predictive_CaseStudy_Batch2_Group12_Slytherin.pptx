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1663" r:id="rId3"/>
    <p:sldId id="1664" r:id="rId4"/>
    <p:sldId id="1665" r:id="rId5"/>
    <p:sldId id="1666" r:id="rId6"/>
    <p:sldId id="1670" r:id="rId7"/>
    <p:sldId id="1667" r:id="rId8"/>
    <p:sldId id="1683" r:id="rId9"/>
    <p:sldId id="1669" r:id="rId10"/>
    <p:sldId id="1684" r:id="rId11"/>
    <p:sldId id="1675" r:id="rId12"/>
    <p:sldId id="1678" r:id="rId13"/>
    <p:sldId id="1676" r:id="rId14"/>
    <p:sldId id="1685" r:id="rId15"/>
    <p:sldId id="1677" r:id="rId16"/>
    <p:sldId id="1679" r:id="rId17"/>
    <p:sldId id="1680" r:id="rId18"/>
    <p:sldId id="1681" r:id="rId19"/>
    <p:sldId id="1668" r:id="rId20"/>
    <p:sldId id="1671" r:id="rId21"/>
    <p:sldId id="1633" r:id="rId22"/>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0" userDrawn="1">
          <p15:clr>
            <a:srgbClr val="A4A3A4"/>
          </p15:clr>
        </p15:guide>
        <p15:guide id="3" orient="horz" pos="1296" userDrawn="1">
          <p15:clr>
            <a:srgbClr val="A4A3A4"/>
          </p15:clr>
        </p15:guide>
        <p15:guide id="4" pos="7368" userDrawn="1">
          <p15:clr>
            <a:srgbClr val="A4A3A4"/>
          </p15:clr>
        </p15:guide>
        <p15:guide id="5" orient="horz" pos="2448" userDrawn="1">
          <p15:clr>
            <a:srgbClr val="A4A3A4"/>
          </p15:clr>
        </p15:guide>
        <p15:guide id="6" pos="3792" userDrawn="1">
          <p15:clr>
            <a:srgbClr val="A4A3A4"/>
          </p15:clr>
        </p15:guide>
        <p15:guide id="7" pos="3912" userDrawn="1">
          <p15:clr>
            <a:srgbClr val="A4A3A4"/>
          </p15:clr>
        </p15:guide>
        <p15:guide id="8" pos="336" userDrawn="1">
          <p15:clr>
            <a:srgbClr val="A4A3A4"/>
          </p15:clr>
        </p15:guide>
        <p15:guide id="9" pos="2808" userDrawn="1">
          <p15:clr>
            <a:srgbClr val="A4A3A4"/>
          </p15:clr>
        </p15:guide>
        <p15:guide id="10" pos="259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80B698-1556-A878-72C9-39F4C38E8BCE}" name="Devayani Choubal" initials="DC" userId="S::devayani.choubal@u-next.com::53ae5dc1-82ed-4152-be5e-64c69001be2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3246"/>
    <a:srgbClr val="767171"/>
    <a:srgbClr val="595959"/>
    <a:srgbClr val="FF6600"/>
    <a:srgbClr val="EDBD95"/>
    <a:srgbClr val="DFC597"/>
    <a:srgbClr val="CDCB99"/>
    <a:srgbClr val="A1A1A1"/>
    <a:srgbClr val="32333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97" d="100"/>
          <a:sy n="97" d="100"/>
        </p:scale>
        <p:origin x="149" y="41"/>
      </p:cViewPr>
      <p:guideLst>
        <p:guide orient="horz" pos="840"/>
        <p:guide orient="horz" pos="1296"/>
        <p:guide pos="7368"/>
        <p:guide orient="horz" pos="2448"/>
        <p:guide pos="3792"/>
        <p:guide pos="3912"/>
        <p:guide pos="336"/>
        <p:guide pos="2808"/>
        <p:guide pos="2592"/>
      </p:guideLst>
    </p:cSldViewPr>
  </p:slideViewPr>
  <p:notesTextViewPr>
    <p:cViewPr>
      <p:scale>
        <a:sx n="1" d="1"/>
        <a:sy n="1" d="1"/>
      </p:scale>
      <p:origin x="0" y="0"/>
    </p:cViewPr>
  </p:notesTextViewPr>
  <p:sorterViewPr>
    <p:cViewPr>
      <p:scale>
        <a:sx n="50" d="100"/>
        <a:sy n="50" d="100"/>
      </p:scale>
      <p:origin x="0" y="0"/>
    </p:cViewPr>
  </p:sorterViewPr>
  <p:notesViewPr>
    <p:cSldViewPr snapToGrid="0">
      <p:cViewPr varScale="1">
        <p:scale>
          <a:sx n="49" d="100"/>
          <a:sy n="49" d="100"/>
        </p:scale>
        <p:origin x="2910"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diagrams/_rels/data2.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ata6.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ata8.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image" Target="../media/image57.png"/></Relationships>
</file>

<file path=ppt/diagrams/_rels/data1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35.png"/><Relationship Id="rId7" Type="http://schemas.openxmlformats.org/officeDocument/2006/relationships/image" Target="../media/image31.png"/><Relationship Id="rId12" Type="http://schemas.openxmlformats.org/officeDocument/2006/relationships/image" Target="../media/image70.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6.svg"/><Relationship Id="rId11" Type="http://schemas.openxmlformats.org/officeDocument/2006/relationships/image" Target="../media/image69.pn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36.svg"/><Relationship Id="rId9" Type="http://schemas.openxmlformats.org/officeDocument/2006/relationships/image" Target="../media/image67.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6.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8.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image" Target="../media/image57.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35.png"/><Relationship Id="rId7" Type="http://schemas.openxmlformats.org/officeDocument/2006/relationships/image" Target="../media/image31.png"/><Relationship Id="rId12" Type="http://schemas.openxmlformats.org/officeDocument/2006/relationships/image" Target="../media/image70.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6.svg"/><Relationship Id="rId11" Type="http://schemas.openxmlformats.org/officeDocument/2006/relationships/image" Target="../media/image69.pn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36.svg"/><Relationship Id="rId9" Type="http://schemas.openxmlformats.org/officeDocument/2006/relationships/image" Target="../media/image67.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000780-3B9A-4E64-88FB-FEAC573D1368}"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FE306396-3BD8-4E33-ACF7-4C58383F1825}">
      <dgm:prSet/>
      <dgm:spPr>
        <a:solidFill>
          <a:srgbClr val="C33246"/>
        </a:solidFill>
      </dgm:spPr>
      <dgm:t>
        <a:bodyPr/>
        <a:lstStyle/>
        <a:p>
          <a:r>
            <a:rPr lang="en-US" b="1" dirty="0"/>
            <a:t>Data Loading: </a:t>
          </a:r>
          <a:r>
            <a:rPr lang="en-US" b="0" dirty="0"/>
            <a:t>Stage and load the CSV input file into snowflake DB using python </a:t>
          </a:r>
        </a:p>
      </dgm:t>
    </dgm:pt>
    <dgm:pt modelId="{E099FDEE-A11F-4B9C-99BB-7366B9A5B3CC}" type="parTrans" cxnId="{A91F1A35-3F9E-4493-9B58-417F201DF79B}">
      <dgm:prSet/>
      <dgm:spPr/>
      <dgm:t>
        <a:bodyPr/>
        <a:lstStyle/>
        <a:p>
          <a:endParaRPr lang="en-US"/>
        </a:p>
      </dgm:t>
    </dgm:pt>
    <dgm:pt modelId="{0DA8212B-6112-409F-BEC8-1CAF5C54E094}" type="sibTrans" cxnId="{A91F1A35-3F9E-4493-9B58-417F201DF79B}">
      <dgm:prSet/>
      <dgm:spPr/>
      <dgm:t>
        <a:bodyPr/>
        <a:lstStyle/>
        <a:p>
          <a:endParaRPr lang="en-US"/>
        </a:p>
      </dgm:t>
    </dgm:pt>
    <dgm:pt modelId="{2EF71175-1DDF-4D4B-A3EB-F1952AFFC5B3}">
      <dgm:prSet/>
      <dgm:spPr>
        <a:solidFill>
          <a:srgbClr val="C33246"/>
        </a:solidFill>
      </dgm:spPr>
      <dgm:t>
        <a:bodyPr/>
        <a:lstStyle/>
        <a:p>
          <a:r>
            <a:rPr lang="en-US" b="1" dirty="0"/>
            <a:t>Data Preparation: </a:t>
          </a:r>
          <a:r>
            <a:rPr lang="en-US" b="0" dirty="0"/>
            <a:t>Prepare the data by cleaning and formatting the given data using Python</a:t>
          </a:r>
        </a:p>
      </dgm:t>
    </dgm:pt>
    <dgm:pt modelId="{E4100E8F-E5F3-4D80-BF61-03A5B8020D4A}" type="parTrans" cxnId="{52537EDA-99C9-4AFC-9E67-65FC2BB7805E}">
      <dgm:prSet/>
      <dgm:spPr/>
      <dgm:t>
        <a:bodyPr/>
        <a:lstStyle/>
        <a:p>
          <a:endParaRPr lang="en-US"/>
        </a:p>
      </dgm:t>
    </dgm:pt>
    <dgm:pt modelId="{84D008CA-C47A-445B-8DA6-684F89A5C2ED}" type="sibTrans" cxnId="{52537EDA-99C9-4AFC-9E67-65FC2BB7805E}">
      <dgm:prSet/>
      <dgm:spPr/>
      <dgm:t>
        <a:bodyPr/>
        <a:lstStyle/>
        <a:p>
          <a:endParaRPr lang="en-US"/>
        </a:p>
      </dgm:t>
    </dgm:pt>
    <dgm:pt modelId="{CEBD2D9E-4EEF-4EC8-BCC4-E4E5BECD8D2B}">
      <dgm:prSet/>
      <dgm:spPr>
        <a:solidFill>
          <a:srgbClr val="C33246"/>
        </a:solidFill>
      </dgm:spPr>
      <dgm:t>
        <a:bodyPr/>
        <a:lstStyle/>
        <a:p>
          <a:r>
            <a:rPr lang="en-US" b="1" dirty="0"/>
            <a:t>Data Exploration</a:t>
          </a:r>
          <a:r>
            <a:rPr lang="en-US" dirty="0"/>
            <a:t>:  Identify patterns and relationship between different incident factors, using data visualization tool Power BI</a:t>
          </a:r>
        </a:p>
      </dgm:t>
    </dgm:pt>
    <dgm:pt modelId="{7B94934E-5470-4782-A653-D301D5EC33E2}" type="parTrans" cxnId="{86E0A4D7-8EC9-4F64-8B03-022FE123F188}">
      <dgm:prSet/>
      <dgm:spPr/>
      <dgm:t>
        <a:bodyPr/>
        <a:lstStyle/>
        <a:p>
          <a:endParaRPr lang="en-US"/>
        </a:p>
      </dgm:t>
    </dgm:pt>
    <dgm:pt modelId="{C646435D-1296-40E9-9DC2-ADC9F3DD612D}" type="sibTrans" cxnId="{86E0A4D7-8EC9-4F64-8B03-022FE123F188}">
      <dgm:prSet/>
      <dgm:spPr/>
      <dgm:t>
        <a:bodyPr/>
        <a:lstStyle/>
        <a:p>
          <a:endParaRPr lang="en-US"/>
        </a:p>
      </dgm:t>
    </dgm:pt>
    <dgm:pt modelId="{E38C2FA0-D474-445D-B100-33FF4360AD8E}">
      <dgm:prSet/>
      <dgm:spPr>
        <a:solidFill>
          <a:srgbClr val="C33246"/>
        </a:solidFill>
      </dgm:spPr>
      <dgm:t>
        <a:bodyPr/>
        <a:lstStyle/>
        <a:p>
          <a:r>
            <a:rPr lang="en-US" b="1" dirty="0"/>
            <a:t>Feature Engineering</a:t>
          </a:r>
          <a:r>
            <a:rPr lang="en-US" dirty="0"/>
            <a:t>: Identify the relevant data for test and train the data in order to predict the resolution time</a:t>
          </a:r>
        </a:p>
      </dgm:t>
    </dgm:pt>
    <dgm:pt modelId="{ECBDF8CA-0732-4705-A3DC-2E5A0D7664D5}" type="parTrans" cxnId="{7261F432-22A5-4926-B9BE-096CFF4301FF}">
      <dgm:prSet/>
      <dgm:spPr/>
      <dgm:t>
        <a:bodyPr/>
        <a:lstStyle/>
        <a:p>
          <a:endParaRPr lang="en-US"/>
        </a:p>
      </dgm:t>
    </dgm:pt>
    <dgm:pt modelId="{66EBFD57-70C4-4146-A0C0-8A0E2133A9E8}" type="sibTrans" cxnId="{7261F432-22A5-4926-B9BE-096CFF4301FF}">
      <dgm:prSet/>
      <dgm:spPr/>
      <dgm:t>
        <a:bodyPr/>
        <a:lstStyle/>
        <a:p>
          <a:endParaRPr lang="en-US"/>
        </a:p>
      </dgm:t>
    </dgm:pt>
    <dgm:pt modelId="{3A342707-3A64-45D0-BE2A-F3CC80608069}">
      <dgm:prSet/>
      <dgm:spPr>
        <a:solidFill>
          <a:srgbClr val="C33246"/>
        </a:solidFill>
      </dgm:spPr>
      <dgm:t>
        <a:bodyPr/>
        <a:lstStyle/>
        <a:p>
          <a:r>
            <a:rPr lang="en-US" b="1" dirty="0"/>
            <a:t>Model Development</a:t>
          </a:r>
          <a:r>
            <a:rPr lang="en-US" dirty="0"/>
            <a:t>: Training the data using ML algorithms to get the accuracy to find out which algorithm is best.</a:t>
          </a:r>
        </a:p>
      </dgm:t>
    </dgm:pt>
    <dgm:pt modelId="{03391067-CF21-4428-B77E-82EAAA5D626D}" type="parTrans" cxnId="{3F9840FC-3B88-4E10-9430-784BA8B2C972}">
      <dgm:prSet/>
      <dgm:spPr/>
      <dgm:t>
        <a:bodyPr/>
        <a:lstStyle/>
        <a:p>
          <a:endParaRPr lang="en-US"/>
        </a:p>
      </dgm:t>
    </dgm:pt>
    <dgm:pt modelId="{2F386D05-5161-461F-9713-E44B9B597421}" type="sibTrans" cxnId="{3F9840FC-3B88-4E10-9430-784BA8B2C972}">
      <dgm:prSet/>
      <dgm:spPr/>
      <dgm:t>
        <a:bodyPr/>
        <a:lstStyle/>
        <a:p>
          <a:endParaRPr lang="en-US"/>
        </a:p>
      </dgm:t>
    </dgm:pt>
    <dgm:pt modelId="{524DF830-E449-4351-A173-3BF9C361FF72}">
      <dgm:prSet/>
      <dgm:spPr>
        <a:solidFill>
          <a:srgbClr val="C33246"/>
        </a:solidFill>
      </dgm:spPr>
      <dgm:t>
        <a:bodyPr/>
        <a:lstStyle/>
        <a:p>
          <a:r>
            <a:rPr lang="en-US" b="1" dirty="0"/>
            <a:t>Model Validation</a:t>
          </a:r>
          <a:r>
            <a:rPr lang="en-US" dirty="0"/>
            <a:t>: Validate the predictive model to identify patterns and relationships between different incident factors</a:t>
          </a:r>
        </a:p>
      </dgm:t>
    </dgm:pt>
    <dgm:pt modelId="{9BD3DA43-7BBB-4F78-B4CA-A6B0BBB45F08}" type="parTrans" cxnId="{176A0002-DCD7-4CC0-98E8-B7016F8A878B}">
      <dgm:prSet/>
      <dgm:spPr/>
      <dgm:t>
        <a:bodyPr/>
        <a:lstStyle/>
        <a:p>
          <a:endParaRPr lang="en-US"/>
        </a:p>
      </dgm:t>
    </dgm:pt>
    <dgm:pt modelId="{5E7D85B4-3532-45DD-8875-5307FBE253DC}" type="sibTrans" cxnId="{176A0002-DCD7-4CC0-98E8-B7016F8A878B}">
      <dgm:prSet/>
      <dgm:spPr/>
      <dgm:t>
        <a:bodyPr/>
        <a:lstStyle/>
        <a:p>
          <a:endParaRPr lang="en-US"/>
        </a:p>
      </dgm:t>
    </dgm:pt>
    <dgm:pt modelId="{E4FD360D-8BFE-412E-BB45-261D7A7B0EF0}" type="pres">
      <dgm:prSet presAssocID="{B9000780-3B9A-4E64-88FB-FEAC573D1368}" presName="linear" presStyleCnt="0">
        <dgm:presLayoutVars>
          <dgm:dir/>
          <dgm:animLvl val="lvl"/>
          <dgm:resizeHandles val="exact"/>
        </dgm:presLayoutVars>
      </dgm:prSet>
      <dgm:spPr/>
    </dgm:pt>
    <dgm:pt modelId="{A16E0DE3-384C-4131-A300-C74E842F38D9}" type="pres">
      <dgm:prSet presAssocID="{FE306396-3BD8-4E33-ACF7-4C58383F1825}" presName="parentLin" presStyleCnt="0"/>
      <dgm:spPr/>
    </dgm:pt>
    <dgm:pt modelId="{FDC9A26F-9679-4115-BDEA-055EE31207D1}" type="pres">
      <dgm:prSet presAssocID="{FE306396-3BD8-4E33-ACF7-4C58383F1825}" presName="parentLeftMargin" presStyleLbl="node1" presStyleIdx="0" presStyleCnt="6"/>
      <dgm:spPr/>
    </dgm:pt>
    <dgm:pt modelId="{CB514AFF-7742-4A46-9072-86E34A000D3C}" type="pres">
      <dgm:prSet presAssocID="{FE306396-3BD8-4E33-ACF7-4C58383F1825}" presName="parentText" presStyleLbl="node1" presStyleIdx="0" presStyleCnt="6" custScaleX="133735">
        <dgm:presLayoutVars>
          <dgm:chMax val="0"/>
          <dgm:bulletEnabled val="1"/>
        </dgm:presLayoutVars>
      </dgm:prSet>
      <dgm:spPr/>
    </dgm:pt>
    <dgm:pt modelId="{225A8D46-C6F8-4BC7-BBDD-913A9C77E343}" type="pres">
      <dgm:prSet presAssocID="{FE306396-3BD8-4E33-ACF7-4C58383F1825}" presName="negativeSpace" presStyleCnt="0"/>
      <dgm:spPr/>
    </dgm:pt>
    <dgm:pt modelId="{691295AE-00B9-4AD1-8E42-3442A948B018}" type="pres">
      <dgm:prSet presAssocID="{FE306396-3BD8-4E33-ACF7-4C58383F1825}" presName="childText" presStyleLbl="conFgAcc1" presStyleIdx="0" presStyleCnt="6">
        <dgm:presLayoutVars>
          <dgm:bulletEnabled val="1"/>
        </dgm:presLayoutVars>
      </dgm:prSet>
      <dgm:spPr/>
    </dgm:pt>
    <dgm:pt modelId="{2430B576-B536-4E4F-92E3-D6D6264D43E8}" type="pres">
      <dgm:prSet presAssocID="{0DA8212B-6112-409F-BEC8-1CAF5C54E094}" presName="spaceBetweenRectangles" presStyleCnt="0"/>
      <dgm:spPr/>
    </dgm:pt>
    <dgm:pt modelId="{BA425388-86E3-4D69-85AF-CE4F0AD66C60}" type="pres">
      <dgm:prSet presAssocID="{2EF71175-1DDF-4D4B-A3EB-F1952AFFC5B3}" presName="parentLin" presStyleCnt="0"/>
      <dgm:spPr/>
    </dgm:pt>
    <dgm:pt modelId="{A5FCACB9-C9DE-45ED-A1C5-7AEEE9141680}" type="pres">
      <dgm:prSet presAssocID="{2EF71175-1DDF-4D4B-A3EB-F1952AFFC5B3}" presName="parentLeftMargin" presStyleLbl="node1" presStyleIdx="0" presStyleCnt="6"/>
      <dgm:spPr/>
    </dgm:pt>
    <dgm:pt modelId="{73B9C7C7-A0E8-4685-9364-BC5C56705CED}" type="pres">
      <dgm:prSet presAssocID="{2EF71175-1DDF-4D4B-A3EB-F1952AFFC5B3}" presName="parentText" presStyleLbl="node1" presStyleIdx="1" presStyleCnt="6" custScaleX="133496">
        <dgm:presLayoutVars>
          <dgm:chMax val="0"/>
          <dgm:bulletEnabled val="1"/>
        </dgm:presLayoutVars>
      </dgm:prSet>
      <dgm:spPr/>
    </dgm:pt>
    <dgm:pt modelId="{D69BC742-112C-41D8-8CBC-0739A0F76275}" type="pres">
      <dgm:prSet presAssocID="{2EF71175-1DDF-4D4B-A3EB-F1952AFFC5B3}" presName="negativeSpace" presStyleCnt="0"/>
      <dgm:spPr/>
    </dgm:pt>
    <dgm:pt modelId="{EB0BB86E-AC37-4EC2-99EC-22BBF07ECC0A}" type="pres">
      <dgm:prSet presAssocID="{2EF71175-1DDF-4D4B-A3EB-F1952AFFC5B3}" presName="childText" presStyleLbl="conFgAcc1" presStyleIdx="1" presStyleCnt="6">
        <dgm:presLayoutVars>
          <dgm:bulletEnabled val="1"/>
        </dgm:presLayoutVars>
      </dgm:prSet>
      <dgm:spPr/>
    </dgm:pt>
    <dgm:pt modelId="{05FF534E-F2D5-4454-BAB1-3AC9AFF109C8}" type="pres">
      <dgm:prSet presAssocID="{84D008CA-C47A-445B-8DA6-684F89A5C2ED}" presName="spaceBetweenRectangles" presStyleCnt="0"/>
      <dgm:spPr/>
    </dgm:pt>
    <dgm:pt modelId="{D5AF0F5E-9274-4AEE-B79E-E3B274F0E5F3}" type="pres">
      <dgm:prSet presAssocID="{CEBD2D9E-4EEF-4EC8-BCC4-E4E5BECD8D2B}" presName="parentLin" presStyleCnt="0"/>
      <dgm:spPr/>
    </dgm:pt>
    <dgm:pt modelId="{FA1C66F7-E951-4C5E-A8B0-E1492228E288}" type="pres">
      <dgm:prSet presAssocID="{CEBD2D9E-4EEF-4EC8-BCC4-E4E5BECD8D2B}" presName="parentLeftMargin" presStyleLbl="node1" presStyleIdx="1" presStyleCnt="6"/>
      <dgm:spPr/>
    </dgm:pt>
    <dgm:pt modelId="{57D1F19B-956A-4C1B-9CB9-EA8D2A256BAB}" type="pres">
      <dgm:prSet presAssocID="{CEBD2D9E-4EEF-4EC8-BCC4-E4E5BECD8D2B}" presName="parentText" presStyleLbl="node1" presStyleIdx="2" presStyleCnt="6" custScaleX="133944">
        <dgm:presLayoutVars>
          <dgm:chMax val="0"/>
          <dgm:bulletEnabled val="1"/>
        </dgm:presLayoutVars>
      </dgm:prSet>
      <dgm:spPr/>
    </dgm:pt>
    <dgm:pt modelId="{439FC860-E8C3-4611-B1A4-052D9301121D}" type="pres">
      <dgm:prSet presAssocID="{CEBD2D9E-4EEF-4EC8-BCC4-E4E5BECD8D2B}" presName="negativeSpace" presStyleCnt="0"/>
      <dgm:spPr/>
    </dgm:pt>
    <dgm:pt modelId="{3330F149-2DD6-4709-9A13-B863A96EA1D7}" type="pres">
      <dgm:prSet presAssocID="{CEBD2D9E-4EEF-4EC8-BCC4-E4E5BECD8D2B}" presName="childText" presStyleLbl="conFgAcc1" presStyleIdx="2" presStyleCnt="6">
        <dgm:presLayoutVars>
          <dgm:bulletEnabled val="1"/>
        </dgm:presLayoutVars>
      </dgm:prSet>
      <dgm:spPr/>
    </dgm:pt>
    <dgm:pt modelId="{C308D71F-FC89-4938-A2EB-D1F9785610EC}" type="pres">
      <dgm:prSet presAssocID="{C646435D-1296-40E9-9DC2-ADC9F3DD612D}" presName="spaceBetweenRectangles" presStyleCnt="0"/>
      <dgm:spPr/>
    </dgm:pt>
    <dgm:pt modelId="{FA19EDE5-B446-46DA-AED8-A5E4D85E4CC7}" type="pres">
      <dgm:prSet presAssocID="{E38C2FA0-D474-445D-B100-33FF4360AD8E}" presName="parentLin" presStyleCnt="0"/>
      <dgm:spPr/>
    </dgm:pt>
    <dgm:pt modelId="{A180C0AB-35C5-4ADC-B6C5-F08BA1637059}" type="pres">
      <dgm:prSet presAssocID="{E38C2FA0-D474-445D-B100-33FF4360AD8E}" presName="parentLeftMargin" presStyleLbl="node1" presStyleIdx="2" presStyleCnt="6"/>
      <dgm:spPr/>
    </dgm:pt>
    <dgm:pt modelId="{29074B71-46F0-4E2C-AEFB-3B9F7D394234}" type="pres">
      <dgm:prSet presAssocID="{E38C2FA0-D474-445D-B100-33FF4360AD8E}" presName="parentText" presStyleLbl="node1" presStyleIdx="3" presStyleCnt="6" custScaleX="133596">
        <dgm:presLayoutVars>
          <dgm:chMax val="0"/>
          <dgm:bulletEnabled val="1"/>
        </dgm:presLayoutVars>
      </dgm:prSet>
      <dgm:spPr/>
    </dgm:pt>
    <dgm:pt modelId="{2ECD0662-B506-402A-872F-1013AB84A24D}" type="pres">
      <dgm:prSet presAssocID="{E38C2FA0-D474-445D-B100-33FF4360AD8E}" presName="negativeSpace" presStyleCnt="0"/>
      <dgm:spPr/>
    </dgm:pt>
    <dgm:pt modelId="{A9B3B136-D524-4179-8907-4A40723F5EB4}" type="pres">
      <dgm:prSet presAssocID="{E38C2FA0-D474-445D-B100-33FF4360AD8E}" presName="childText" presStyleLbl="conFgAcc1" presStyleIdx="3" presStyleCnt="6">
        <dgm:presLayoutVars>
          <dgm:bulletEnabled val="1"/>
        </dgm:presLayoutVars>
      </dgm:prSet>
      <dgm:spPr/>
    </dgm:pt>
    <dgm:pt modelId="{33FB3A89-0BD5-483F-B328-2B70E403B633}" type="pres">
      <dgm:prSet presAssocID="{66EBFD57-70C4-4146-A0C0-8A0E2133A9E8}" presName="spaceBetweenRectangles" presStyleCnt="0"/>
      <dgm:spPr/>
    </dgm:pt>
    <dgm:pt modelId="{370595F3-C87A-426F-833D-F25E18329E88}" type="pres">
      <dgm:prSet presAssocID="{3A342707-3A64-45D0-BE2A-F3CC80608069}" presName="parentLin" presStyleCnt="0"/>
      <dgm:spPr/>
    </dgm:pt>
    <dgm:pt modelId="{4716079B-4CEF-495C-9B20-909B9DA67A46}" type="pres">
      <dgm:prSet presAssocID="{3A342707-3A64-45D0-BE2A-F3CC80608069}" presName="parentLeftMargin" presStyleLbl="node1" presStyleIdx="3" presStyleCnt="6"/>
      <dgm:spPr/>
    </dgm:pt>
    <dgm:pt modelId="{C89B3D39-5A0D-4F1D-8898-362D52952B17}" type="pres">
      <dgm:prSet presAssocID="{3A342707-3A64-45D0-BE2A-F3CC80608069}" presName="parentText" presStyleLbl="node1" presStyleIdx="4" presStyleCnt="6" custScaleX="133556">
        <dgm:presLayoutVars>
          <dgm:chMax val="0"/>
          <dgm:bulletEnabled val="1"/>
        </dgm:presLayoutVars>
      </dgm:prSet>
      <dgm:spPr/>
    </dgm:pt>
    <dgm:pt modelId="{10784DCD-31E0-432F-BE0C-25E00FB5D34A}" type="pres">
      <dgm:prSet presAssocID="{3A342707-3A64-45D0-BE2A-F3CC80608069}" presName="negativeSpace" presStyleCnt="0"/>
      <dgm:spPr/>
    </dgm:pt>
    <dgm:pt modelId="{D737C6D9-94AB-4669-81B3-779D927E6198}" type="pres">
      <dgm:prSet presAssocID="{3A342707-3A64-45D0-BE2A-F3CC80608069}" presName="childText" presStyleLbl="conFgAcc1" presStyleIdx="4" presStyleCnt="6">
        <dgm:presLayoutVars>
          <dgm:bulletEnabled val="1"/>
        </dgm:presLayoutVars>
      </dgm:prSet>
      <dgm:spPr/>
    </dgm:pt>
    <dgm:pt modelId="{9FC01E95-B3D1-4CC7-8A31-D757D3F8971C}" type="pres">
      <dgm:prSet presAssocID="{2F386D05-5161-461F-9713-E44B9B597421}" presName="spaceBetweenRectangles" presStyleCnt="0"/>
      <dgm:spPr/>
    </dgm:pt>
    <dgm:pt modelId="{814FA199-932E-46A6-BD45-4F31C608365B}" type="pres">
      <dgm:prSet presAssocID="{524DF830-E449-4351-A173-3BF9C361FF72}" presName="parentLin" presStyleCnt="0"/>
      <dgm:spPr/>
    </dgm:pt>
    <dgm:pt modelId="{95041873-7FE4-4657-A3F2-D72BA798EA45}" type="pres">
      <dgm:prSet presAssocID="{524DF830-E449-4351-A173-3BF9C361FF72}" presName="parentLeftMargin" presStyleLbl="node1" presStyleIdx="4" presStyleCnt="6"/>
      <dgm:spPr/>
    </dgm:pt>
    <dgm:pt modelId="{F511F30A-B651-4D17-8198-F545D29389B4}" type="pres">
      <dgm:prSet presAssocID="{524DF830-E449-4351-A173-3BF9C361FF72}" presName="parentText" presStyleLbl="node1" presStyleIdx="5" presStyleCnt="6" custScaleX="133158" custLinFactNeighborY="-4111">
        <dgm:presLayoutVars>
          <dgm:chMax val="0"/>
          <dgm:bulletEnabled val="1"/>
        </dgm:presLayoutVars>
      </dgm:prSet>
      <dgm:spPr/>
    </dgm:pt>
    <dgm:pt modelId="{CF704537-94F9-433E-9F11-C4D92789C1B7}" type="pres">
      <dgm:prSet presAssocID="{524DF830-E449-4351-A173-3BF9C361FF72}" presName="negativeSpace" presStyleCnt="0"/>
      <dgm:spPr/>
    </dgm:pt>
    <dgm:pt modelId="{C5A9594F-782E-455D-9B09-2D6D0A9E213B}" type="pres">
      <dgm:prSet presAssocID="{524DF830-E449-4351-A173-3BF9C361FF72}" presName="childText" presStyleLbl="conFgAcc1" presStyleIdx="5" presStyleCnt="6">
        <dgm:presLayoutVars>
          <dgm:bulletEnabled val="1"/>
        </dgm:presLayoutVars>
      </dgm:prSet>
      <dgm:spPr/>
    </dgm:pt>
  </dgm:ptLst>
  <dgm:cxnLst>
    <dgm:cxn modelId="{9E3D9201-AC2C-4516-9355-E35B762F6CD1}" type="presOf" srcId="{CEBD2D9E-4EEF-4EC8-BCC4-E4E5BECD8D2B}" destId="{FA1C66F7-E951-4C5E-A8B0-E1492228E288}" srcOrd="0" destOrd="0" presId="urn:microsoft.com/office/officeart/2005/8/layout/list1"/>
    <dgm:cxn modelId="{176A0002-DCD7-4CC0-98E8-B7016F8A878B}" srcId="{B9000780-3B9A-4E64-88FB-FEAC573D1368}" destId="{524DF830-E449-4351-A173-3BF9C361FF72}" srcOrd="5" destOrd="0" parTransId="{9BD3DA43-7BBB-4F78-B4CA-A6B0BBB45F08}" sibTransId="{5E7D85B4-3532-45DD-8875-5307FBE253DC}"/>
    <dgm:cxn modelId="{D68C4A07-8C95-43C3-9A21-C239C6888E98}" type="presOf" srcId="{E38C2FA0-D474-445D-B100-33FF4360AD8E}" destId="{29074B71-46F0-4E2C-AEFB-3B9F7D394234}" srcOrd="1" destOrd="0" presId="urn:microsoft.com/office/officeart/2005/8/layout/list1"/>
    <dgm:cxn modelId="{C4E47F09-5BDB-4F3D-A9FB-511E83B925D8}" type="presOf" srcId="{3A342707-3A64-45D0-BE2A-F3CC80608069}" destId="{4716079B-4CEF-495C-9B20-909B9DA67A46}" srcOrd="0" destOrd="0" presId="urn:microsoft.com/office/officeart/2005/8/layout/list1"/>
    <dgm:cxn modelId="{AFF3DD22-1697-42BA-BA4B-F2604E279C01}" type="presOf" srcId="{3A342707-3A64-45D0-BE2A-F3CC80608069}" destId="{C89B3D39-5A0D-4F1D-8898-362D52952B17}" srcOrd="1" destOrd="0" presId="urn:microsoft.com/office/officeart/2005/8/layout/list1"/>
    <dgm:cxn modelId="{7261F432-22A5-4926-B9BE-096CFF4301FF}" srcId="{B9000780-3B9A-4E64-88FB-FEAC573D1368}" destId="{E38C2FA0-D474-445D-B100-33FF4360AD8E}" srcOrd="3" destOrd="0" parTransId="{ECBDF8CA-0732-4705-A3DC-2E5A0D7664D5}" sibTransId="{66EBFD57-70C4-4146-A0C0-8A0E2133A9E8}"/>
    <dgm:cxn modelId="{A91F1A35-3F9E-4493-9B58-417F201DF79B}" srcId="{B9000780-3B9A-4E64-88FB-FEAC573D1368}" destId="{FE306396-3BD8-4E33-ACF7-4C58383F1825}" srcOrd="0" destOrd="0" parTransId="{E099FDEE-A11F-4B9C-99BB-7366B9A5B3CC}" sibTransId="{0DA8212B-6112-409F-BEC8-1CAF5C54E094}"/>
    <dgm:cxn modelId="{B71C594F-FD4C-4C37-9547-ACCE3435B7EA}" type="presOf" srcId="{FE306396-3BD8-4E33-ACF7-4C58383F1825}" destId="{CB514AFF-7742-4A46-9072-86E34A000D3C}" srcOrd="1" destOrd="0" presId="urn:microsoft.com/office/officeart/2005/8/layout/list1"/>
    <dgm:cxn modelId="{5ACE0D77-C40B-48C2-820B-CF66559E1487}" type="presOf" srcId="{2EF71175-1DDF-4D4B-A3EB-F1952AFFC5B3}" destId="{A5FCACB9-C9DE-45ED-A1C5-7AEEE9141680}" srcOrd="0" destOrd="0" presId="urn:microsoft.com/office/officeart/2005/8/layout/list1"/>
    <dgm:cxn modelId="{3D45DF98-FC39-4D9A-8C56-CF15FB907D53}" type="presOf" srcId="{B9000780-3B9A-4E64-88FB-FEAC573D1368}" destId="{E4FD360D-8BFE-412E-BB45-261D7A7B0EF0}" srcOrd="0" destOrd="0" presId="urn:microsoft.com/office/officeart/2005/8/layout/list1"/>
    <dgm:cxn modelId="{7D1123B3-1B80-4720-B55B-99676CE64BC6}" type="presOf" srcId="{E38C2FA0-D474-445D-B100-33FF4360AD8E}" destId="{A180C0AB-35C5-4ADC-B6C5-F08BA1637059}" srcOrd="0" destOrd="0" presId="urn:microsoft.com/office/officeart/2005/8/layout/list1"/>
    <dgm:cxn modelId="{A9E550C7-74DB-4402-8E2F-29CD512138F9}" type="presOf" srcId="{CEBD2D9E-4EEF-4EC8-BCC4-E4E5BECD8D2B}" destId="{57D1F19B-956A-4C1B-9CB9-EA8D2A256BAB}" srcOrd="1" destOrd="0" presId="urn:microsoft.com/office/officeart/2005/8/layout/list1"/>
    <dgm:cxn modelId="{86E0A4D7-8EC9-4F64-8B03-022FE123F188}" srcId="{B9000780-3B9A-4E64-88FB-FEAC573D1368}" destId="{CEBD2D9E-4EEF-4EC8-BCC4-E4E5BECD8D2B}" srcOrd="2" destOrd="0" parTransId="{7B94934E-5470-4782-A653-D301D5EC33E2}" sibTransId="{C646435D-1296-40E9-9DC2-ADC9F3DD612D}"/>
    <dgm:cxn modelId="{52537EDA-99C9-4AFC-9E67-65FC2BB7805E}" srcId="{B9000780-3B9A-4E64-88FB-FEAC573D1368}" destId="{2EF71175-1DDF-4D4B-A3EB-F1952AFFC5B3}" srcOrd="1" destOrd="0" parTransId="{E4100E8F-E5F3-4D80-BF61-03A5B8020D4A}" sibTransId="{84D008CA-C47A-445B-8DA6-684F89A5C2ED}"/>
    <dgm:cxn modelId="{150A46F1-BAE7-4B29-AA2A-BF6C6AA01C50}" type="presOf" srcId="{FE306396-3BD8-4E33-ACF7-4C58383F1825}" destId="{FDC9A26F-9679-4115-BDEA-055EE31207D1}" srcOrd="0" destOrd="0" presId="urn:microsoft.com/office/officeart/2005/8/layout/list1"/>
    <dgm:cxn modelId="{2DE985F3-D161-4673-A4B9-09AC21A43A8F}" type="presOf" srcId="{524DF830-E449-4351-A173-3BF9C361FF72}" destId="{95041873-7FE4-4657-A3F2-D72BA798EA45}" srcOrd="0" destOrd="0" presId="urn:microsoft.com/office/officeart/2005/8/layout/list1"/>
    <dgm:cxn modelId="{3F9840FC-3B88-4E10-9430-784BA8B2C972}" srcId="{B9000780-3B9A-4E64-88FB-FEAC573D1368}" destId="{3A342707-3A64-45D0-BE2A-F3CC80608069}" srcOrd="4" destOrd="0" parTransId="{03391067-CF21-4428-B77E-82EAAA5D626D}" sibTransId="{2F386D05-5161-461F-9713-E44B9B597421}"/>
    <dgm:cxn modelId="{12724DFE-DA27-48D6-9846-815E0A3F0BDB}" type="presOf" srcId="{2EF71175-1DDF-4D4B-A3EB-F1952AFFC5B3}" destId="{73B9C7C7-A0E8-4685-9364-BC5C56705CED}" srcOrd="1" destOrd="0" presId="urn:microsoft.com/office/officeart/2005/8/layout/list1"/>
    <dgm:cxn modelId="{24B564FF-0C8E-40BF-A071-AE8103490BED}" type="presOf" srcId="{524DF830-E449-4351-A173-3BF9C361FF72}" destId="{F511F30A-B651-4D17-8198-F545D29389B4}" srcOrd="1" destOrd="0" presId="urn:microsoft.com/office/officeart/2005/8/layout/list1"/>
    <dgm:cxn modelId="{1F954CC8-A4A1-45DD-A197-0D15C4DF9343}" type="presParOf" srcId="{E4FD360D-8BFE-412E-BB45-261D7A7B0EF0}" destId="{A16E0DE3-384C-4131-A300-C74E842F38D9}" srcOrd="0" destOrd="0" presId="urn:microsoft.com/office/officeart/2005/8/layout/list1"/>
    <dgm:cxn modelId="{80E0DDCE-C2C5-44C3-B5EA-473029731B9C}" type="presParOf" srcId="{A16E0DE3-384C-4131-A300-C74E842F38D9}" destId="{FDC9A26F-9679-4115-BDEA-055EE31207D1}" srcOrd="0" destOrd="0" presId="urn:microsoft.com/office/officeart/2005/8/layout/list1"/>
    <dgm:cxn modelId="{6F7C509D-E3BB-4835-8C17-DB36C164216F}" type="presParOf" srcId="{A16E0DE3-384C-4131-A300-C74E842F38D9}" destId="{CB514AFF-7742-4A46-9072-86E34A000D3C}" srcOrd="1" destOrd="0" presId="urn:microsoft.com/office/officeart/2005/8/layout/list1"/>
    <dgm:cxn modelId="{43EFA8D7-B322-4826-8EAE-41FC88D509AD}" type="presParOf" srcId="{E4FD360D-8BFE-412E-BB45-261D7A7B0EF0}" destId="{225A8D46-C6F8-4BC7-BBDD-913A9C77E343}" srcOrd="1" destOrd="0" presId="urn:microsoft.com/office/officeart/2005/8/layout/list1"/>
    <dgm:cxn modelId="{AA6F9294-726E-4CF0-B636-3C0A6A2DAB2B}" type="presParOf" srcId="{E4FD360D-8BFE-412E-BB45-261D7A7B0EF0}" destId="{691295AE-00B9-4AD1-8E42-3442A948B018}" srcOrd="2" destOrd="0" presId="urn:microsoft.com/office/officeart/2005/8/layout/list1"/>
    <dgm:cxn modelId="{09DF8694-DC08-4302-BF13-2CA7C55C9D42}" type="presParOf" srcId="{E4FD360D-8BFE-412E-BB45-261D7A7B0EF0}" destId="{2430B576-B536-4E4F-92E3-D6D6264D43E8}" srcOrd="3" destOrd="0" presId="urn:microsoft.com/office/officeart/2005/8/layout/list1"/>
    <dgm:cxn modelId="{A02E4269-2405-4875-891F-18B01C2F4874}" type="presParOf" srcId="{E4FD360D-8BFE-412E-BB45-261D7A7B0EF0}" destId="{BA425388-86E3-4D69-85AF-CE4F0AD66C60}" srcOrd="4" destOrd="0" presId="urn:microsoft.com/office/officeart/2005/8/layout/list1"/>
    <dgm:cxn modelId="{A1FB11D3-6FE3-4006-91B0-1AE979FFE212}" type="presParOf" srcId="{BA425388-86E3-4D69-85AF-CE4F0AD66C60}" destId="{A5FCACB9-C9DE-45ED-A1C5-7AEEE9141680}" srcOrd="0" destOrd="0" presId="urn:microsoft.com/office/officeart/2005/8/layout/list1"/>
    <dgm:cxn modelId="{82FC959F-8651-48AD-A3BC-62D00A693271}" type="presParOf" srcId="{BA425388-86E3-4D69-85AF-CE4F0AD66C60}" destId="{73B9C7C7-A0E8-4685-9364-BC5C56705CED}" srcOrd="1" destOrd="0" presId="urn:microsoft.com/office/officeart/2005/8/layout/list1"/>
    <dgm:cxn modelId="{F05372BA-4D5C-4441-B766-5F7535AFA7C4}" type="presParOf" srcId="{E4FD360D-8BFE-412E-BB45-261D7A7B0EF0}" destId="{D69BC742-112C-41D8-8CBC-0739A0F76275}" srcOrd="5" destOrd="0" presId="urn:microsoft.com/office/officeart/2005/8/layout/list1"/>
    <dgm:cxn modelId="{DF06CD33-925B-407F-BE86-9BEF4E399A18}" type="presParOf" srcId="{E4FD360D-8BFE-412E-BB45-261D7A7B0EF0}" destId="{EB0BB86E-AC37-4EC2-99EC-22BBF07ECC0A}" srcOrd="6" destOrd="0" presId="urn:microsoft.com/office/officeart/2005/8/layout/list1"/>
    <dgm:cxn modelId="{5AE68A01-A70F-4993-A4F7-46BA0C0888A7}" type="presParOf" srcId="{E4FD360D-8BFE-412E-BB45-261D7A7B0EF0}" destId="{05FF534E-F2D5-4454-BAB1-3AC9AFF109C8}" srcOrd="7" destOrd="0" presId="urn:microsoft.com/office/officeart/2005/8/layout/list1"/>
    <dgm:cxn modelId="{9D3D4A95-A497-4C3D-A671-153E9360330F}" type="presParOf" srcId="{E4FD360D-8BFE-412E-BB45-261D7A7B0EF0}" destId="{D5AF0F5E-9274-4AEE-B79E-E3B274F0E5F3}" srcOrd="8" destOrd="0" presId="urn:microsoft.com/office/officeart/2005/8/layout/list1"/>
    <dgm:cxn modelId="{5F6E017A-C1EB-4DA9-8543-4D7419203EA9}" type="presParOf" srcId="{D5AF0F5E-9274-4AEE-B79E-E3B274F0E5F3}" destId="{FA1C66F7-E951-4C5E-A8B0-E1492228E288}" srcOrd="0" destOrd="0" presId="urn:microsoft.com/office/officeart/2005/8/layout/list1"/>
    <dgm:cxn modelId="{499522C9-EEA2-4F8D-89EF-9298D5E01A5E}" type="presParOf" srcId="{D5AF0F5E-9274-4AEE-B79E-E3B274F0E5F3}" destId="{57D1F19B-956A-4C1B-9CB9-EA8D2A256BAB}" srcOrd="1" destOrd="0" presId="urn:microsoft.com/office/officeart/2005/8/layout/list1"/>
    <dgm:cxn modelId="{2EDAB961-5D2E-4ACE-9E5A-E3C1854A0ED4}" type="presParOf" srcId="{E4FD360D-8BFE-412E-BB45-261D7A7B0EF0}" destId="{439FC860-E8C3-4611-B1A4-052D9301121D}" srcOrd="9" destOrd="0" presId="urn:microsoft.com/office/officeart/2005/8/layout/list1"/>
    <dgm:cxn modelId="{C9929C75-68D1-48BF-A01D-4FA7EDE24A67}" type="presParOf" srcId="{E4FD360D-8BFE-412E-BB45-261D7A7B0EF0}" destId="{3330F149-2DD6-4709-9A13-B863A96EA1D7}" srcOrd="10" destOrd="0" presId="urn:microsoft.com/office/officeart/2005/8/layout/list1"/>
    <dgm:cxn modelId="{477CC2D0-2FEB-47DA-975F-E3888AC3316B}" type="presParOf" srcId="{E4FD360D-8BFE-412E-BB45-261D7A7B0EF0}" destId="{C308D71F-FC89-4938-A2EB-D1F9785610EC}" srcOrd="11" destOrd="0" presId="urn:microsoft.com/office/officeart/2005/8/layout/list1"/>
    <dgm:cxn modelId="{9335D3EF-521D-477A-91CF-424D4B2359F9}" type="presParOf" srcId="{E4FD360D-8BFE-412E-BB45-261D7A7B0EF0}" destId="{FA19EDE5-B446-46DA-AED8-A5E4D85E4CC7}" srcOrd="12" destOrd="0" presId="urn:microsoft.com/office/officeart/2005/8/layout/list1"/>
    <dgm:cxn modelId="{24E25CF0-9DB2-4325-B554-1DC555CDD38B}" type="presParOf" srcId="{FA19EDE5-B446-46DA-AED8-A5E4D85E4CC7}" destId="{A180C0AB-35C5-4ADC-B6C5-F08BA1637059}" srcOrd="0" destOrd="0" presId="urn:microsoft.com/office/officeart/2005/8/layout/list1"/>
    <dgm:cxn modelId="{B97938BA-6535-4901-AB07-9B4CCFD6CE88}" type="presParOf" srcId="{FA19EDE5-B446-46DA-AED8-A5E4D85E4CC7}" destId="{29074B71-46F0-4E2C-AEFB-3B9F7D394234}" srcOrd="1" destOrd="0" presId="urn:microsoft.com/office/officeart/2005/8/layout/list1"/>
    <dgm:cxn modelId="{43D24EED-8DEF-47B3-BA15-C8379F527DDA}" type="presParOf" srcId="{E4FD360D-8BFE-412E-BB45-261D7A7B0EF0}" destId="{2ECD0662-B506-402A-872F-1013AB84A24D}" srcOrd="13" destOrd="0" presId="urn:microsoft.com/office/officeart/2005/8/layout/list1"/>
    <dgm:cxn modelId="{D49413CD-3BC7-4358-A199-898BA86946C7}" type="presParOf" srcId="{E4FD360D-8BFE-412E-BB45-261D7A7B0EF0}" destId="{A9B3B136-D524-4179-8907-4A40723F5EB4}" srcOrd="14" destOrd="0" presId="urn:microsoft.com/office/officeart/2005/8/layout/list1"/>
    <dgm:cxn modelId="{DE309358-7AED-4DAA-B4A8-9A5189404D10}" type="presParOf" srcId="{E4FD360D-8BFE-412E-BB45-261D7A7B0EF0}" destId="{33FB3A89-0BD5-483F-B328-2B70E403B633}" srcOrd="15" destOrd="0" presId="urn:microsoft.com/office/officeart/2005/8/layout/list1"/>
    <dgm:cxn modelId="{05D43018-EBE8-4CAA-A8E3-731BAA6F6320}" type="presParOf" srcId="{E4FD360D-8BFE-412E-BB45-261D7A7B0EF0}" destId="{370595F3-C87A-426F-833D-F25E18329E88}" srcOrd="16" destOrd="0" presId="urn:microsoft.com/office/officeart/2005/8/layout/list1"/>
    <dgm:cxn modelId="{1AEB9182-C917-4D45-85BE-32328C5EAE02}" type="presParOf" srcId="{370595F3-C87A-426F-833D-F25E18329E88}" destId="{4716079B-4CEF-495C-9B20-909B9DA67A46}" srcOrd="0" destOrd="0" presId="urn:microsoft.com/office/officeart/2005/8/layout/list1"/>
    <dgm:cxn modelId="{3020114F-A2E0-414A-9375-5F756C6A2297}" type="presParOf" srcId="{370595F3-C87A-426F-833D-F25E18329E88}" destId="{C89B3D39-5A0D-4F1D-8898-362D52952B17}" srcOrd="1" destOrd="0" presId="urn:microsoft.com/office/officeart/2005/8/layout/list1"/>
    <dgm:cxn modelId="{D27126D5-08C6-431F-A63E-2A0D2E163CDC}" type="presParOf" srcId="{E4FD360D-8BFE-412E-BB45-261D7A7B0EF0}" destId="{10784DCD-31E0-432F-BE0C-25E00FB5D34A}" srcOrd="17" destOrd="0" presId="urn:microsoft.com/office/officeart/2005/8/layout/list1"/>
    <dgm:cxn modelId="{7042BF38-2740-4D32-9747-4DAA6C8F43DD}" type="presParOf" srcId="{E4FD360D-8BFE-412E-BB45-261D7A7B0EF0}" destId="{D737C6D9-94AB-4669-81B3-779D927E6198}" srcOrd="18" destOrd="0" presId="urn:microsoft.com/office/officeart/2005/8/layout/list1"/>
    <dgm:cxn modelId="{DE0736A0-335C-4EE7-AACE-E9F72DB6512D}" type="presParOf" srcId="{E4FD360D-8BFE-412E-BB45-261D7A7B0EF0}" destId="{9FC01E95-B3D1-4CC7-8A31-D757D3F8971C}" srcOrd="19" destOrd="0" presId="urn:microsoft.com/office/officeart/2005/8/layout/list1"/>
    <dgm:cxn modelId="{9265D227-D441-4C18-B1AB-74BF0AF27D72}" type="presParOf" srcId="{E4FD360D-8BFE-412E-BB45-261D7A7B0EF0}" destId="{814FA199-932E-46A6-BD45-4F31C608365B}" srcOrd="20" destOrd="0" presId="urn:microsoft.com/office/officeart/2005/8/layout/list1"/>
    <dgm:cxn modelId="{63049226-68F5-474C-9B1A-D2E6AE4F03D9}" type="presParOf" srcId="{814FA199-932E-46A6-BD45-4F31C608365B}" destId="{95041873-7FE4-4657-A3F2-D72BA798EA45}" srcOrd="0" destOrd="0" presId="urn:microsoft.com/office/officeart/2005/8/layout/list1"/>
    <dgm:cxn modelId="{AA01329F-50DB-4013-90BE-BE70D5697F53}" type="presParOf" srcId="{814FA199-932E-46A6-BD45-4F31C608365B}" destId="{F511F30A-B651-4D17-8198-F545D29389B4}" srcOrd="1" destOrd="0" presId="urn:microsoft.com/office/officeart/2005/8/layout/list1"/>
    <dgm:cxn modelId="{86C5D087-47BB-49CB-8E74-33C282BCB912}" type="presParOf" srcId="{E4FD360D-8BFE-412E-BB45-261D7A7B0EF0}" destId="{CF704537-94F9-433E-9F11-C4D92789C1B7}" srcOrd="21" destOrd="0" presId="urn:microsoft.com/office/officeart/2005/8/layout/list1"/>
    <dgm:cxn modelId="{100A472A-AC8A-4D0E-959E-B300E8ABA554}" type="presParOf" srcId="{E4FD360D-8BFE-412E-BB45-261D7A7B0EF0}" destId="{C5A9594F-782E-455D-9B09-2D6D0A9E213B}" srcOrd="22" destOrd="0" presId="urn:microsoft.com/office/officeart/2005/8/layout/list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6276D7-D971-4EE0-828E-D2F10B8CB8F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98D2BE6-87F3-47AA-BFC7-6628FB725A86}">
      <dgm:prSet/>
      <dgm:spPr>
        <a:xfrm>
          <a:off x="655893" y="3762"/>
          <a:ext cx="5218146" cy="638560"/>
        </a:xfrm>
        <a:prstGeom prst="rect">
          <a:avLst/>
        </a:prstGeom>
        <a:noFill/>
        <a:ln>
          <a:noFill/>
        </a:ln>
        <a:effectLst/>
      </dgm:spPr>
      <dgm:t>
        <a:bodyPr/>
        <a:lstStyle/>
        <a:p>
          <a:pPr>
            <a:buNone/>
          </a:pPr>
          <a:r>
            <a:rPr lang="en-US" dirty="0">
              <a:solidFill>
                <a:sysClr val="window" lastClr="FFFFFF">
                  <a:hueOff val="0"/>
                  <a:satOff val="0"/>
                  <a:lumOff val="0"/>
                  <a:alphaOff val="0"/>
                </a:sysClr>
              </a:solidFill>
              <a:latin typeface="Gill Sans MT" panose="020B0502020104020203"/>
              <a:ea typeface="+mn-ea"/>
              <a:cs typeface="+mn-cs"/>
            </a:rPr>
            <a:t>Being part of a support model and working on incidents daily, it's essential for us to resolve the incident in a timely manner in order to deliver seamless experience to our customer.</a:t>
          </a:r>
        </a:p>
      </dgm:t>
    </dgm:pt>
    <dgm:pt modelId="{338EFF94-64B3-4A9A-B2FF-22BBC0D6BEE7}" type="parTrans" cxnId="{AF69F1BF-954A-4695-9AFA-5313AFF037D2}">
      <dgm:prSet/>
      <dgm:spPr/>
      <dgm:t>
        <a:bodyPr/>
        <a:lstStyle/>
        <a:p>
          <a:endParaRPr lang="en-US"/>
        </a:p>
      </dgm:t>
    </dgm:pt>
    <dgm:pt modelId="{B97108AA-128E-449A-BBBB-35D395DAE023}" type="sibTrans" cxnId="{AF69F1BF-954A-4695-9AFA-5313AFF037D2}">
      <dgm:prSet/>
      <dgm:spPr/>
      <dgm:t>
        <a:bodyPr/>
        <a:lstStyle/>
        <a:p>
          <a:endParaRPr lang="en-US"/>
        </a:p>
      </dgm:t>
    </dgm:pt>
    <dgm:pt modelId="{A87AFF5D-5E3A-4181-9F0B-0E15414537D8}">
      <dgm:prSet/>
      <dgm:spPr>
        <a:xfrm>
          <a:off x="655893" y="801963"/>
          <a:ext cx="5218146" cy="638560"/>
        </a:xfrm>
        <a:prstGeom prst="rect">
          <a:avLst/>
        </a:prstGeom>
        <a:noFill/>
        <a:ln>
          <a:noFill/>
        </a:ln>
        <a:effectLst/>
      </dgm:spPr>
      <dgm:t>
        <a:bodyPr/>
        <a:lstStyle/>
        <a:p>
          <a:pPr>
            <a:buNone/>
          </a:pPr>
          <a:r>
            <a:rPr lang="en-US" dirty="0">
              <a:solidFill>
                <a:sysClr val="window" lastClr="FFFFFF">
                  <a:hueOff val="0"/>
                  <a:satOff val="0"/>
                  <a:lumOff val="0"/>
                  <a:alphaOff val="0"/>
                </a:sysClr>
              </a:solidFill>
              <a:latin typeface="Gill Sans MT" panose="020B0502020104020203"/>
              <a:ea typeface="+mn-ea"/>
              <a:cs typeface="+mn-cs"/>
            </a:rPr>
            <a:t>This case study will help us to design a predictive model to recognize the incidents that are probably going to exceed the resolution time. </a:t>
          </a:r>
        </a:p>
      </dgm:t>
    </dgm:pt>
    <dgm:pt modelId="{3E47C9D4-1E8B-4CCF-9F6B-439F22FF021B}" type="parTrans" cxnId="{A6A3340E-DAF3-4F6F-8C78-339D17C6D948}">
      <dgm:prSet/>
      <dgm:spPr/>
      <dgm:t>
        <a:bodyPr/>
        <a:lstStyle/>
        <a:p>
          <a:endParaRPr lang="en-US"/>
        </a:p>
      </dgm:t>
    </dgm:pt>
    <dgm:pt modelId="{5CA5AD86-B463-4923-9DD9-93D99858342E}" type="sibTrans" cxnId="{A6A3340E-DAF3-4F6F-8C78-339D17C6D948}">
      <dgm:prSet/>
      <dgm:spPr/>
      <dgm:t>
        <a:bodyPr/>
        <a:lstStyle/>
        <a:p>
          <a:endParaRPr lang="en-US"/>
        </a:p>
      </dgm:t>
    </dgm:pt>
    <dgm:pt modelId="{02053387-9EA6-4E93-85E9-CF88E251C85E}">
      <dgm:prSet/>
      <dgm:spPr>
        <a:xfrm>
          <a:off x="655893" y="1600163"/>
          <a:ext cx="5218146" cy="638560"/>
        </a:xfrm>
        <a:prstGeom prst="rect">
          <a:avLst/>
        </a:prstGeom>
        <a:noFill/>
        <a:ln>
          <a:noFill/>
        </a:ln>
        <a:effectLst/>
      </dgm:spPr>
      <dgm:t>
        <a:bodyPr/>
        <a:lstStyle/>
        <a:p>
          <a:pPr>
            <a:buNone/>
          </a:pPr>
          <a:r>
            <a:rPr lang="en-US" dirty="0">
              <a:solidFill>
                <a:sysClr val="window" lastClr="FFFFFF">
                  <a:hueOff val="0"/>
                  <a:satOff val="0"/>
                  <a:lumOff val="0"/>
                  <a:alphaOff val="0"/>
                </a:sysClr>
              </a:solidFill>
              <a:latin typeface="Gill Sans MT" panose="020B0502020104020203"/>
              <a:ea typeface="+mn-ea"/>
              <a:cs typeface="+mn-cs"/>
            </a:rPr>
            <a:t>By anticipating the estimated resolution time for an incident, it will assist us to better manage their incident workload and improve </a:t>
          </a:r>
          <a:r>
            <a:rPr lang="en-US" dirty="0" err="1">
              <a:solidFill>
                <a:sysClr val="window" lastClr="FFFFFF">
                  <a:hueOff val="0"/>
                  <a:satOff val="0"/>
                  <a:lumOff val="0"/>
                  <a:alphaOff val="0"/>
                </a:sysClr>
              </a:solidFill>
              <a:latin typeface="Gill Sans MT" panose="020B0502020104020203"/>
              <a:ea typeface="+mn-ea"/>
              <a:cs typeface="+mn-cs"/>
            </a:rPr>
            <a:t>MTTR</a:t>
          </a:r>
          <a:r>
            <a:rPr lang="en-US" dirty="0">
              <a:solidFill>
                <a:sysClr val="window" lastClr="FFFFFF">
                  <a:hueOff val="0"/>
                  <a:satOff val="0"/>
                  <a:lumOff val="0"/>
                  <a:alphaOff val="0"/>
                </a:sysClr>
              </a:solidFill>
              <a:latin typeface="Gill Sans MT" panose="020B0502020104020203"/>
              <a:ea typeface="+mn-ea"/>
              <a:cs typeface="+mn-cs"/>
            </a:rPr>
            <a:t> and SLA’s.</a:t>
          </a:r>
        </a:p>
      </dgm:t>
    </dgm:pt>
    <dgm:pt modelId="{D3F84445-EC4A-4ACA-9F9C-5E2959932C14}" type="parTrans" cxnId="{99B379EB-042D-4C67-86CC-573F42152571}">
      <dgm:prSet/>
      <dgm:spPr/>
      <dgm:t>
        <a:bodyPr/>
        <a:lstStyle/>
        <a:p>
          <a:endParaRPr lang="en-US"/>
        </a:p>
      </dgm:t>
    </dgm:pt>
    <dgm:pt modelId="{5664ABBE-2C7B-40A6-9FAD-0C9F5B204C89}" type="sibTrans" cxnId="{99B379EB-042D-4C67-86CC-573F42152571}">
      <dgm:prSet/>
      <dgm:spPr/>
      <dgm:t>
        <a:bodyPr/>
        <a:lstStyle/>
        <a:p>
          <a:endParaRPr lang="en-US"/>
        </a:p>
      </dgm:t>
    </dgm:pt>
    <dgm:pt modelId="{1F58942F-6649-44AE-B471-97E14B5B7D4E}">
      <dgm:prSet/>
      <dgm:spPr>
        <a:xfrm>
          <a:off x="655893" y="2398364"/>
          <a:ext cx="5218146" cy="638560"/>
        </a:xfrm>
        <a:prstGeom prst="rect">
          <a:avLst/>
        </a:prstGeom>
        <a:noFill/>
        <a:ln>
          <a:noFill/>
        </a:ln>
        <a:effectLst/>
      </dgm:spPr>
      <dgm:t>
        <a:bodyPr/>
        <a:lstStyle/>
        <a:p>
          <a:pPr>
            <a:buNone/>
          </a:pPr>
          <a:r>
            <a:rPr lang="en-US" dirty="0">
              <a:solidFill>
                <a:sysClr val="window" lastClr="FFFFFF">
                  <a:hueOff val="0"/>
                  <a:satOff val="0"/>
                  <a:lumOff val="0"/>
                  <a:alphaOff val="0"/>
                </a:sysClr>
              </a:solidFill>
              <a:latin typeface="Gill Sans MT" panose="020B0502020104020203"/>
              <a:ea typeface="+mn-ea"/>
              <a:cs typeface="+mn-cs"/>
            </a:rPr>
            <a:t>This will help us to maintain our yearly evaluation metrics, since SLA  is one of the key parameters for our year end goals.</a:t>
          </a:r>
        </a:p>
      </dgm:t>
    </dgm:pt>
    <dgm:pt modelId="{0433DF95-1CCB-48A8-91F7-29302DA29535}" type="parTrans" cxnId="{EB0AF9CB-8A0F-48AD-873D-39AB7D172FA5}">
      <dgm:prSet/>
      <dgm:spPr/>
      <dgm:t>
        <a:bodyPr/>
        <a:lstStyle/>
        <a:p>
          <a:endParaRPr lang="en-US"/>
        </a:p>
      </dgm:t>
    </dgm:pt>
    <dgm:pt modelId="{8CEA44C7-C1E5-43B3-AE11-0942B2AA8563}" type="sibTrans" cxnId="{EB0AF9CB-8A0F-48AD-873D-39AB7D172FA5}">
      <dgm:prSet/>
      <dgm:spPr/>
      <dgm:t>
        <a:bodyPr/>
        <a:lstStyle/>
        <a:p>
          <a:endParaRPr lang="en-US"/>
        </a:p>
      </dgm:t>
    </dgm:pt>
    <dgm:pt modelId="{D8859C2C-EB4A-41CF-9E9E-8003D369CFB7}">
      <dgm:prSet/>
      <dgm:spPr>
        <a:xfrm>
          <a:off x="655893" y="3196564"/>
          <a:ext cx="5218146" cy="638560"/>
        </a:xfrm>
        <a:prstGeom prst="rect">
          <a:avLst/>
        </a:prstGeom>
        <a:noFill/>
        <a:ln>
          <a:noFill/>
        </a:ln>
        <a:effectLst/>
      </dgm:spPr>
      <dgm:t>
        <a:bodyPr/>
        <a:lstStyle/>
        <a:p>
          <a:pPr>
            <a:buNone/>
          </a:pPr>
          <a:r>
            <a:rPr lang="en-US" dirty="0">
              <a:solidFill>
                <a:sysClr val="window" lastClr="FFFFFF">
                  <a:hueOff val="0"/>
                  <a:satOff val="0"/>
                  <a:lumOff val="0"/>
                  <a:alphaOff val="0"/>
                </a:sysClr>
              </a:solidFill>
              <a:latin typeface="Gill Sans MT" panose="020B0502020104020203"/>
              <a:ea typeface="+mn-ea"/>
              <a:cs typeface="+mn-cs"/>
            </a:rPr>
            <a:t>This prediction helps leadership team to effectively allocate and manage their resources better.</a:t>
          </a:r>
        </a:p>
      </dgm:t>
    </dgm:pt>
    <dgm:pt modelId="{2A54469B-1A0E-4A75-AA52-394ED80C66FF}" type="parTrans" cxnId="{B5163482-D57B-4140-BB55-C604A244DD02}">
      <dgm:prSet/>
      <dgm:spPr/>
      <dgm:t>
        <a:bodyPr/>
        <a:lstStyle/>
        <a:p>
          <a:endParaRPr lang="en-US"/>
        </a:p>
      </dgm:t>
    </dgm:pt>
    <dgm:pt modelId="{D6623C8E-E826-4132-A330-2FC845ABF08F}" type="sibTrans" cxnId="{B5163482-D57B-4140-BB55-C604A244DD02}">
      <dgm:prSet/>
      <dgm:spPr/>
      <dgm:t>
        <a:bodyPr/>
        <a:lstStyle/>
        <a:p>
          <a:endParaRPr lang="en-US"/>
        </a:p>
      </dgm:t>
    </dgm:pt>
    <dgm:pt modelId="{E99C99D8-FE4A-4A4F-B5AA-3E6F947FA8EA}">
      <dgm:prSet/>
      <dgm:spPr>
        <a:xfrm>
          <a:off x="655893" y="3994764"/>
          <a:ext cx="5218146" cy="638560"/>
        </a:xfrm>
        <a:prstGeom prst="rect">
          <a:avLst/>
        </a:prstGeom>
        <a:noFill/>
        <a:ln>
          <a:noFill/>
        </a:ln>
        <a:effectLst/>
      </dgm:spPr>
      <dgm:t>
        <a:bodyPr/>
        <a:lstStyle/>
        <a:p>
          <a:pPr>
            <a:buNone/>
          </a:pPr>
          <a:r>
            <a:rPr lang="en-US" dirty="0">
              <a:solidFill>
                <a:sysClr val="window" lastClr="FFFFFF">
                  <a:hueOff val="0"/>
                  <a:satOff val="0"/>
                  <a:lumOff val="0"/>
                  <a:alphaOff val="0"/>
                </a:sysClr>
              </a:solidFill>
              <a:latin typeface="Gill Sans MT" panose="020B0502020104020203"/>
              <a:ea typeface="+mn-ea"/>
              <a:cs typeface="+mn-cs"/>
            </a:rPr>
            <a:t>This case study implementation in SNOW platform will give an insight to the end user, approximately when this incident can be resolved which helps end user to plan their workload accordingly.</a:t>
          </a:r>
        </a:p>
      </dgm:t>
    </dgm:pt>
    <dgm:pt modelId="{C1AF80FB-DE0F-4F1D-A060-CAF109BA08B2}" type="parTrans" cxnId="{DF62D896-C81C-48DE-B33C-1CF8CD7225A4}">
      <dgm:prSet/>
      <dgm:spPr/>
      <dgm:t>
        <a:bodyPr/>
        <a:lstStyle/>
        <a:p>
          <a:endParaRPr lang="en-US"/>
        </a:p>
      </dgm:t>
    </dgm:pt>
    <dgm:pt modelId="{67564646-6A4A-4A28-BF7B-89A492705F67}" type="sibTrans" cxnId="{DF62D896-C81C-48DE-B33C-1CF8CD7225A4}">
      <dgm:prSet/>
      <dgm:spPr/>
      <dgm:t>
        <a:bodyPr/>
        <a:lstStyle/>
        <a:p>
          <a:endParaRPr lang="en-US"/>
        </a:p>
      </dgm:t>
    </dgm:pt>
    <dgm:pt modelId="{4BC50EC9-477A-4248-BDA4-33347D6A63B3}" type="pres">
      <dgm:prSet presAssocID="{4E6276D7-D971-4EE0-828E-D2F10B8CB8FF}" presName="root" presStyleCnt="0">
        <dgm:presLayoutVars>
          <dgm:dir/>
          <dgm:resizeHandles val="exact"/>
        </dgm:presLayoutVars>
      </dgm:prSet>
      <dgm:spPr/>
    </dgm:pt>
    <dgm:pt modelId="{6F5CEA27-94C5-40AB-B7A4-D74A0C3CDD27}" type="pres">
      <dgm:prSet presAssocID="{298D2BE6-87F3-47AA-BFC7-6628FB725A86}" presName="compNode" presStyleCnt="0"/>
      <dgm:spPr/>
    </dgm:pt>
    <dgm:pt modelId="{49DC365E-2103-4CA3-99A9-55640658DB6C}" type="pres">
      <dgm:prSet presAssocID="{298D2BE6-87F3-47AA-BFC7-6628FB725A86}" presName="bgRect" presStyleLbl="bgShp" presStyleIdx="0" presStyleCnt="6"/>
      <dgm:spPr>
        <a:xfrm>
          <a:off x="0" y="3762"/>
          <a:ext cx="5913437" cy="567609"/>
        </a:xfrm>
        <a:prstGeom prst="roundRect">
          <a:avLst>
            <a:gd name="adj" fmla="val 10000"/>
          </a:avLst>
        </a:prstGeom>
        <a:solidFill>
          <a:srgbClr val="595959"/>
        </a:solidFill>
        <a:ln>
          <a:noFill/>
        </a:ln>
        <a:effectLst/>
      </dgm:spPr>
    </dgm:pt>
    <dgm:pt modelId="{561D39EF-12BD-4973-B253-277BC4173295}" type="pres">
      <dgm:prSet presAssocID="{298D2BE6-87F3-47AA-BFC7-6628FB725A86}" presName="iconRect" presStyleLbl="node1" presStyleIdx="0" presStyleCnt="6"/>
      <dgm:spPr>
        <a:xfrm>
          <a:off x="171701" y="131474"/>
          <a:ext cx="312490" cy="3121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gm:spPr>
      <dgm:extLst>
        <a:ext uri="{E40237B7-FDA0-4F09-8148-C483321AD2D9}">
          <dgm14:cNvPr xmlns:dgm14="http://schemas.microsoft.com/office/drawing/2010/diagram" id="0" name="" descr="Speed Bump"/>
        </a:ext>
      </dgm:extLst>
    </dgm:pt>
    <dgm:pt modelId="{E3421F53-4F7D-4EDA-BDE5-4927202D4ADA}" type="pres">
      <dgm:prSet presAssocID="{298D2BE6-87F3-47AA-BFC7-6628FB725A86}" presName="spaceRect" presStyleCnt="0"/>
      <dgm:spPr/>
    </dgm:pt>
    <dgm:pt modelId="{7CCBBD0C-2F78-49F0-A655-E3BEB720F454}" type="pres">
      <dgm:prSet presAssocID="{298D2BE6-87F3-47AA-BFC7-6628FB725A86}" presName="parTx" presStyleLbl="revTx" presStyleIdx="0" presStyleCnt="6">
        <dgm:presLayoutVars>
          <dgm:chMax val="0"/>
          <dgm:chPref val="0"/>
        </dgm:presLayoutVars>
      </dgm:prSet>
      <dgm:spPr/>
    </dgm:pt>
    <dgm:pt modelId="{DA1A692D-29EA-45BF-9ECD-D2C697A7E02D}" type="pres">
      <dgm:prSet presAssocID="{B97108AA-128E-449A-BBBB-35D395DAE023}" presName="sibTrans" presStyleCnt="0"/>
      <dgm:spPr/>
    </dgm:pt>
    <dgm:pt modelId="{0275061D-4857-488F-A85D-E41216E850D4}" type="pres">
      <dgm:prSet presAssocID="{A87AFF5D-5E3A-4181-9F0B-0E15414537D8}" presName="compNode" presStyleCnt="0"/>
      <dgm:spPr/>
    </dgm:pt>
    <dgm:pt modelId="{928E615F-D237-4DBD-BAB4-A32B8122F4DE}" type="pres">
      <dgm:prSet presAssocID="{A87AFF5D-5E3A-4181-9F0B-0E15414537D8}" presName="bgRect" presStyleLbl="bgShp" presStyleIdx="1" presStyleCnt="6"/>
      <dgm:spPr>
        <a:xfrm>
          <a:off x="0" y="801963"/>
          <a:ext cx="5913437" cy="567609"/>
        </a:xfrm>
        <a:prstGeom prst="roundRect">
          <a:avLst>
            <a:gd name="adj" fmla="val 10000"/>
          </a:avLst>
        </a:prstGeom>
        <a:solidFill>
          <a:schemeClr val="tx2">
            <a:lumMod val="60000"/>
            <a:lumOff val="40000"/>
          </a:schemeClr>
        </a:solidFill>
        <a:ln>
          <a:noFill/>
        </a:ln>
        <a:effectLst/>
      </dgm:spPr>
    </dgm:pt>
    <dgm:pt modelId="{7F951DC3-8BBA-4349-A243-1297234A910D}" type="pres">
      <dgm:prSet presAssocID="{A87AFF5D-5E3A-4181-9F0B-0E15414537D8}" presName="iconRect" presStyleLbl="node1" presStyleIdx="1" presStyleCnt="6"/>
      <dgm:spPr>
        <a:xfrm>
          <a:off x="171701" y="929675"/>
          <a:ext cx="312490" cy="3121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gm:spPr>
      <dgm:extLst>
        <a:ext uri="{E40237B7-FDA0-4F09-8148-C483321AD2D9}">
          <dgm14:cNvPr xmlns:dgm14="http://schemas.microsoft.com/office/drawing/2010/diagram" id="0" name="" descr="Light Bulb and Gear"/>
        </a:ext>
      </dgm:extLst>
    </dgm:pt>
    <dgm:pt modelId="{B72C96CD-DD8B-410B-B91D-3C8B69FE55E1}" type="pres">
      <dgm:prSet presAssocID="{A87AFF5D-5E3A-4181-9F0B-0E15414537D8}" presName="spaceRect" presStyleCnt="0"/>
      <dgm:spPr/>
    </dgm:pt>
    <dgm:pt modelId="{0DC7EBD5-986B-4609-A5FC-B4C61CA55E3D}" type="pres">
      <dgm:prSet presAssocID="{A87AFF5D-5E3A-4181-9F0B-0E15414537D8}" presName="parTx" presStyleLbl="revTx" presStyleIdx="1" presStyleCnt="6">
        <dgm:presLayoutVars>
          <dgm:chMax val="0"/>
          <dgm:chPref val="0"/>
        </dgm:presLayoutVars>
      </dgm:prSet>
      <dgm:spPr/>
    </dgm:pt>
    <dgm:pt modelId="{406BD2ED-FD5C-4A45-B14C-8ACF5091E831}" type="pres">
      <dgm:prSet presAssocID="{5CA5AD86-B463-4923-9DD9-93D99858342E}" presName="sibTrans" presStyleCnt="0"/>
      <dgm:spPr/>
    </dgm:pt>
    <dgm:pt modelId="{34E527F7-B5D1-4715-9142-B1568C9B63B8}" type="pres">
      <dgm:prSet presAssocID="{02053387-9EA6-4E93-85E9-CF88E251C85E}" presName="compNode" presStyleCnt="0"/>
      <dgm:spPr/>
    </dgm:pt>
    <dgm:pt modelId="{80565BF6-59BC-49D0-A861-3D22A96F1924}" type="pres">
      <dgm:prSet presAssocID="{02053387-9EA6-4E93-85E9-CF88E251C85E}" presName="bgRect" presStyleLbl="bgShp" presStyleIdx="2" presStyleCnt="6"/>
      <dgm:spPr>
        <a:xfrm>
          <a:off x="0" y="1600163"/>
          <a:ext cx="5913437" cy="567609"/>
        </a:xfrm>
        <a:prstGeom prst="roundRect">
          <a:avLst>
            <a:gd name="adj" fmla="val 10000"/>
          </a:avLst>
        </a:prstGeom>
        <a:solidFill>
          <a:srgbClr val="795FAF">
            <a:hueOff val="0"/>
            <a:satOff val="0"/>
            <a:lumOff val="0"/>
            <a:alphaOff val="0"/>
          </a:srgbClr>
        </a:solidFill>
        <a:ln>
          <a:noFill/>
        </a:ln>
        <a:effectLst/>
      </dgm:spPr>
    </dgm:pt>
    <dgm:pt modelId="{C4C91DC5-A95B-46BD-B161-BB420B1B1386}" type="pres">
      <dgm:prSet presAssocID="{02053387-9EA6-4E93-85E9-CF88E251C85E}" presName="iconRect" presStyleLbl="node1" presStyleIdx="2" presStyleCnt="6"/>
      <dgm:spPr>
        <a:xfrm>
          <a:off x="171701" y="1727875"/>
          <a:ext cx="312490" cy="3121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gm:spPr>
      <dgm:extLst>
        <a:ext uri="{E40237B7-FDA0-4F09-8148-C483321AD2D9}">
          <dgm14:cNvPr xmlns:dgm14="http://schemas.microsoft.com/office/drawing/2010/diagram" id="0" name="" descr="Stopwatch"/>
        </a:ext>
      </dgm:extLst>
    </dgm:pt>
    <dgm:pt modelId="{D9489826-8DDB-48A6-AAFC-C9E3245174E1}" type="pres">
      <dgm:prSet presAssocID="{02053387-9EA6-4E93-85E9-CF88E251C85E}" presName="spaceRect" presStyleCnt="0"/>
      <dgm:spPr/>
    </dgm:pt>
    <dgm:pt modelId="{7E2D8554-786D-433C-BFF0-316AD65D33EE}" type="pres">
      <dgm:prSet presAssocID="{02053387-9EA6-4E93-85E9-CF88E251C85E}" presName="parTx" presStyleLbl="revTx" presStyleIdx="2" presStyleCnt="6">
        <dgm:presLayoutVars>
          <dgm:chMax val="0"/>
          <dgm:chPref val="0"/>
        </dgm:presLayoutVars>
      </dgm:prSet>
      <dgm:spPr/>
    </dgm:pt>
    <dgm:pt modelId="{D87E976F-5000-441B-8CF0-EF427F17545D}" type="pres">
      <dgm:prSet presAssocID="{5664ABBE-2C7B-40A6-9FAD-0C9F5B204C89}" presName="sibTrans" presStyleCnt="0"/>
      <dgm:spPr/>
    </dgm:pt>
    <dgm:pt modelId="{2C739131-00C7-4280-AC5F-1E050A991657}" type="pres">
      <dgm:prSet presAssocID="{1F58942F-6649-44AE-B471-97E14B5B7D4E}" presName="compNode" presStyleCnt="0"/>
      <dgm:spPr/>
    </dgm:pt>
    <dgm:pt modelId="{DAEC9D0F-686A-41E0-AD72-9CD292F34046}" type="pres">
      <dgm:prSet presAssocID="{1F58942F-6649-44AE-B471-97E14B5B7D4E}" presName="bgRect" presStyleLbl="bgShp" presStyleIdx="3" presStyleCnt="6"/>
      <dgm:spPr>
        <a:xfrm>
          <a:off x="0" y="2398364"/>
          <a:ext cx="5913437" cy="567609"/>
        </a:xfrm>
        <a:prstGeom prst="roundRect">
          <a:avLst>
            <a:gd name="adj" fmla="val 10000"/>
          </a:avLst>
        </a:prstGeom>
        <a:solidFill>
          <a:srgbClr val="586EA6">
            <a:hueOff val="0"/>
            <a:satOff val="0"/>
            <a:lumOff val="0"/>
            <a:alphaOff val="0"/>
          </a:srgbClr>
        </a:solidFill>
        <a:ln>
          <a:noFill/>
        </a:ln>
        <a:effectLst/>
      </dgm:spPr>
    </dgm:pt>
    <dgm:pt modelId="{B6A07297-B075-4EDB-B0B2-2E56E32524A8}" type="pres">
      <dgm:prSet presAssocID="{1F58942F-6649-44AE-B471-97E14B5B7D4E}" presName="iconRect" presStyleLbl="node1" presStyleIdx="3" presStyleCnt="6"/>
      <dgm:spPr>
        <a:xfrm>
          <a:off x="171701" y="2526076"/>
          <a:ext cx="312490" cy="31218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gm:spPr>
      <dgm:extLst>
        <a:ext uri="{E40237B7-FDA0-4F09-8148-C483321AD2D9}">
          <dgm14:cNvPr xmlns:dgm14="http://schemas.microsoft.com/office/drawing/2010/diagram" id="0" name="" descr="Upward trend"/>
        </a:ext>
      </dgm:extLst>
    </dgm:pt>
    <dgm:pt modelId="{C1BECA2C-341E-46D9-A15B-15803EEDA9C8}" type="pres">
      <dgm:prSet presAssocID="{1F58942F-6649-44AE-B471-97E14B5B7D4E}" presName="spaceRect" presStyleCnt="0"/>
      <dgm:spPr/>
    </dgm:pt>
    <dgm:pt modelId="{774A27A7-F4DD-4A4C-B8E5-8FEF7C5CA305}" type="pres">
      <dgm:prSet presAssocID="{1F58942F-6649-44AE-B471-97E14B5B7D4E}" presName="parTx" presStyleLbl="revTx" presStyleIdx="3" presStyleCnt="6">
        <dgm:presLayoutVars>
          <dgm:chMax val="0"/>
          <dgm:chPref val="0"/>
        </dgm:presLayoutVars>
      </dgm:prSet>
      <dgm:spPr/>
    </dgm:pt>
    <dgm:pt modelId="{57C782C9-6404-4F82-B283-EA03FA3EE487}" type="pres">
      <dgm:prSet presAssocID="{8CEA44C7-C1E5-43B3-AE11-0942B2AA8563}" presName="sibTrans" presStyleCnt="0"/>
      <dgm:spPr/>
    </dgm:pt>
    <dgm:pt modelId="{957DD0AE-8541-4200-8D2F-9860C0690BF3}" type="pres">
      <dgm:prSet presAssocID="{D8859C2C-EB4A-41CF-9E9E-8003D369CFB7}" presName="compNode" presStyleCnt="0"/>
      <dgm:spPr/>
    </dgm:pt>
    <dgm:pt modelId="{C9FF1889-EDD4-40B1-8439-184B75E24BE2}" type="pres">
      <dgm:prSet presAssocID="{D8859C2C-EB4A-41CF-9E9E-8003D369CFB7}" presName="bgRect" presStyleLbl="bgShp" presStyleIdx="4" presStyleCnt="6"/>
      <dgm:spPr>
        <a:xfrm>
          <a:off x="0" y="3196564"/>
          <a:ext cx="5913437" cy="567609"/>
        </a:xfrm>
        <a:prstGeom prst="roundRect">
          <a:avLst>
            <a:gd name="adj" fmla="val 10000"/>
          </a:avLst>
        </a:prstGeom>
        <a:solidFill>
          <a:srgbClr val="6892A0">
            <a:hueOff val="0"/>
            <a:satOff val="0"/>
            <a:lumOff val="0"/>
            <a:alphaOff val="0"/>
          </a:srgbClr>
        </a:solidFill>
        <a:ln>
          <a:noFill/>
        </a:ln>
        <a:effectLst/>
      </dgm:spPr>
    </dgm:pt>
    <dgm:pt modelId="{8F431B50-8DC9-4F9A-807C-37E06A18F411}" type="pres">
      <dgm:prSet presAssocID="{D8859C2C-EB4A-41CF-9E9E-8003D369CFB7}" presName="iconRect" presStyleLbl="node1" presStyleIdx="4" presStyleCnt="6"/>
      <dgm:spPr>
        <a:xfrm>
          <a:off x="171701" y="3324276"/>
          <a:ext cx="312490" cy="31218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gm:spPr>
      <dgm:extLst>
        <a:ext uri="{E40237B7-FDA0-4F09-8148-C483321AD2D9}">
          <dgm14:cNvPr xmlns:dgm14="http://schemas.microsoft.com/office/drawing/2010/diagram" id="0" name="" descr="Snowflake"/>
        </a:ext>
      </dgm:extLst>
    </dgm:pt>
    <dgm:pt modelId="{1FCA9763-723D-448C-B370-E692FFD4DB84}" type="pres">
      <dgm:prSet presAssocID="{D8859C2C-EB4A-41CF-9E9E-8003D369CFB7}" presName="spaceRect" presStyleCnt="0"/>
      <dgm:spPr/>
    </dgm:pt>
    <dgm:pt modelId="{2F946FF9-AA2C-4753-B6BE-CD0DA79B43BE}" type="pres">
      <dgm:prSet presAssocID="{D8859C2C-EB4A-41CF-9E9E-8003D369CFB7}" presName="parTx" presStyleLbl="revTx" presStyleIdx="4" presStyleCnt="6">
        <dgm:presLayoutVars>
          <dgm:chMax val="0"/>
          <dgm:chPref val="0"/>
        </dgm:presLayoutVars>
      </dgm:prSet>
      <dgm:spPr/>
    </dgm:pt>
    <dgm:pt modelId="{A99F679C-6BF6-4F8A-B49E-8804D62287F9}" type="pres">
      <dgm:prSet presAssocID="{D6623C8E-E826-4132-A330-2FC845ABF08F}" presName="sibTrans" presStyleCnt="0"/>
      <dgm:spPr/>
    </dgm:pt>
    <dgm:pt modelId="{15D6EDD0-830C-411C-8E7E-B47C67C5BAC6}" type="pres">
      <dgm:prSet presAssocID="{E99C99D8-FE4A-4A4F-B5AA-3E6F947FA8EA}" presName="compNode" presStyleCnt="0"/>
      <dgm:spPr/>
    </dgm:pt>
    <dgm:pt modelId="{6A05452E-1A1C-4871-A2E0-C4ED75771F9D}" type="pres">
      <dgm:prSet presAssocID="{E99C99D8-FE4A-4A4F-B5AA-3E6F947FA8EA}" presName="bgRect" presStyleLbl="bgShp" presStyleIdx="5" presStyleCnt="6"/>
      <dgm:spPr>
        <a:xfrm>
          <a:off x="0" y="3994764"/>
          <a:ext cx="5913437" cy="567609"/>
        </a:xfrm>
        <a:prstGeom prst="roundRect">
          <a:avLst>
            <a:gd name="adj" fmla="val 10000"/>
          </a:avLst>
        </a:prstGeom>
        <a:solidFill>
          <a:srgbClr val="DE478E">
            <a:hueOff val="0"/>
            <a:satOff val="0"/>
            <a:lumOff val="0"/>
            <a:alphaOff val="0"/>
          </a:srgbClr>
        </a:solidFill>
        <a:ln>
          <a:noFill/>
        </a:ln>
        <a:effectLst/>
      </dgm:spPr>
    </dgm:pt>
    <dgm:pt modelId="{7B444211-A7CC-4CB6-8B3F-D21B5DB55DA7}" type="pres">
      <dgm:prSet presAssocID="{E99C99D8-FE4A-4A4F-B5AA-3E6F947FA8EA}" presName="iconRect" presStyleLbl="node1" presStyleIdx="5" presStyleCnt="6"/>
      <dgm:spPr>
        <a:xfrm>
          <a:off x="171701" y="4122476"/>
          <a:ext cx="312490" cy="31218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gm:spPr>
      <dgm:extLst>
        <a:ext uri="{E40237B7-FDA0-4F09-8148-C483321AD2D9}">
          <dgm14:cNvPr xmlns:dgm14="http://schemas.microsoft.com/office/drawing/2010/diagram" id="0" name="" descr="Snow"/>
        </a:ext>
      </dgm:extLst>
    </dgm:pt>
    <dgm:pt modelId="{620AF63D-9710-46A6-B651-8805B89147E0}" type="pres">
      <dgm:prSet presAssocID="{E99C99D8-FE4A-4A4F-B5AA-3E6F947FA8EA}" presName="spaceRect" presStyleCnt="0"/>
      <dgm:spPr/>
    </dgm:pt>
    <dgm:pt modelId="{9184DAA8-BEC2-44BA-8FFE-642DB45736D6}" type="pres">
      <dgm:prSet presAssocID="{E99C99D8-FE4A-4A4F-B5AA-3E6F947FA8EA}" presName="parTx" presStyleLbl="revTx" presStyleIdx="5" presStyleCnt="6">
        <dgm:presLayoutVars>
          <dgm:chMax val="0"/>
          <dgm:chPref val="0"/>
        </dgm:presLayoutVars>
      </dgm:prSet>
      <dgm:spPr/>
    </dgm:pt>
  </dgm:ptLst>
  <dgm:cxnLst>
    <dgm:cxn modelId="{D591C500-F61E-4851-B1E2-B6374789E7AB}" type="presOf" srcId="{02053387-9EA6-4E93-85E9-CF88E251C85E}" destId="{7E2D8554-786D-433C-BFF0-316AD65D33EE}" srcOrd="0" destOrd="0" presId="urn:microsoft.com/office/officeart/2018/2/layout/IconVerticalSolidList"/>
    <dgm:cxn modelId="{A6A3340E-DAF3-4F6F-8C78-339D17C6D948}" srcId="{4E6276D7-D971-4EE0-828E-D2F10B8CB8FF}" destId="{A87AFF5D-5E3A-4181-9F0B-0E15414537D8}" srcOrd="1" destOrd="0" parTransId="{3E47C9D4-1E8B-4CCF-9F6B-439F22FF021B}" sibTransId="{5CA5AD86-B463-4923-9DD9-93D99858342E}"/>
    <dgm:cxn modelId="{9228AF1E-B92B-4D82-85F8-8FAC86A5805A}" type="presOf" srcId="{D8859C2C-EB4A-41CF-9E9E-8003D369CFB7}" destId="{2F946FF9-AA2C-4753-B6BE-CD0DA79B43BE}" srcOrd="0" destOrd="0" presId="urn:microsoft.com/office/officeart/2018/2/layout/IconVerticalSolidList"/>
    <dgm:cxn modelId="{3B03293C-5549-4613-A9C7-FB1BC581F5F3}" type="presOf" srcId="{A87AFF5D-5E3A-4181-9F0B-0E15414537D8}" destId="{0DC7EBD5-986B-4609-A5FC-B4C61CA55E3D}" srcOrd="0" destOrd="0" presId="urn:microsoft.com/office/officeart/2018/2/layout/IconVerticalSolidList"/>
    <dgm:cxn modelId="{3C34547B-15A5-4782-A784-DAB0E6A9925B}" type="presOf" srcId="{298D2BE6-87F3-47AA-BFC7-6628FB725A86}" destId="{7CCBBD0C-2F78-49F0-A655-E3BEB720F454}" srcOrd="0" destOrd="0" presId="urn:microsoft.com/office/officeart/2018/2/layout/IconVerticalSolidList"/>
    <dgm:cxn modelId="{B5163482-D57B-4140-BB55-C604A244DD02}" srcId="{4E6276D7-D971-4EE0-828E-D2F10B8CB8FF}" destId="{D8859C2C-EB4A-41CF-9E9E-8003D369CFB7}" srcOrd="4" destOrd="0" parTransId="{2A54469B-1A0E-4A75-AA52-394ED80C66FF}" sibTransId="{D6623C8E-E826-4132-A330-2FC845ABF08F}"/>
    <dgm:cxn modelId="{E705F18D-D388-4211-923A-FDE198BD3EFC}" type="presOf" srcId="{4E6276D7-D971-4EE0-828E-D2F10B8CB8FF}" destId="{4BC50EC9-477A-4248-BDA4-33347D6A63B3}" srcOrd="0" destOrd="0" presId="urn:microsoft.com/office/officeart/2018/2/layout/IconVerticalSolidList"/>
    <dgm:cxn modelId="{DF62D896-C81C-48DE-B33C-1CF8CD7225A4}" srcId="{4E6276D7-D971-4EE0-828E-D2F10B8CB8FF}" destId="{E99C99D8-FE4A-4A4F-B5AA-3E6F947FA8EA}" srcOrd="5" destOrd="0" parTransId="{C1AF80FB-DE0F-4F1D-A060-CAF109BA08B2}" sibTransId="{67564646-6A4A-4A28-BF7B-89A492705F67}"/>
    <dgm:cxn modelId="{D2076FAB-228D-45E1-9833-E141A03AAC25}" type="presOf" srcId="{E99C99D8-FE4A-4A4F-B5AA-3E6F947FA8EA}" destId="{9184DAA8-BEC2-44BA-8FFE-642DB45736D6}" srcOrd="0" destOrd="0" presId="urn:microsoft.com/office/officeart/2018/2/layout/IconVerticalSolidList"/>
    <dgm:cxn modelId="{AF69F1BF-954A-4695-9AFA-5313AFF037D2}" srcId="{4E6276D7-D971-4EE0-828E-D2F10B8CB8FF}" destId="{298D2BE6-87F3-47AA-BFC7-6628FB725A86}" srcOrd="0" destOrd="0" parTransId="{338EFF94-64B3-4A9A-B2FF-22BBC0D6BEE7}" sibTransId="{B97108AA-128E-449A-BBBB-35D395DAE023}"/>
    <dgm:cxn modelId="{EB0AF9CB-8A0F-48AD-873D-39AB7D172FA5}" srcId="{4E6276D7-D971-4EE0-828E-D2F10B8CB8FF}" destId="{1F58942F-6649-44AE-B471-97E14B5B7D4E}" srcOrd="3" destOrd="0" parTransId="{0433DF95-1CCB-48A8-91F7-29302DA29535}" sibTransId="{8CEA44C7-C1E5-43B3-AE11-0942B2AA8563}"/>
    <dgm:cxn modelId="{85BB51EB-E85D-4657-B7BC-F17D5FC00E4C}" type="presOf" srcId="{1F58942F-6649-44AE-B471-97E14B5B7D4E}" destId="{774A27A7-F4DD-4A4C-B8E5-8FEF7C5CA305}" srcOrd="0" destOrd="0" presId="urn:microsoft.com/office/officeart/2018/2/layout/IconVerticalSolidList"/>
    <dgm:cxn modelId="{99B379EB-042D-4C67-86CC-573F42152571}" srcId="{4E6276D7-D971-4EE0-828E-D2F10B8CB8FF}" destId="{02053387-9EA6-4E93-85E9-CF88E251C85E}" srcOrd="2" destOrd="0" parTransId="{D3F84445-EC4A-4ACA-9F9C-5E2959932C14}" sibTransId="{5664ABBE-2C7B-40A6-9FAD-0C9F5B204C89}"/>
    <dgm:cxn modelId="{D2F181E8-2F20-4200-9CAF-B8B34F5F6848}" type="presParOf" srcId="{4BC50EC9-477A-4248-BDA4-33347D6A63B3}" destId="{6F5CEA27-94C5-40AB-B7A4-D74A0C3CDD27}" srcOrd="0" destOrd="0" presId="urn:microsoft.com/office/officeart/2018/2/layout/IconVerticalSolidList"/>
    <dgm:cxn modelId="{F4D7A184-8A52-4597-B23F-0CAE20054F56}" type="presParOf" srcId="{6F5CEA27-94C5-40AB-B7A4-D74A0C3CDD27}" destId="{49DC365E-2103-4CA3-99A9-55640658DB6C}" srcOrd="0" destOrd="0" presId="urn:microsoft.com/office/officeart/2018/2/layout/IconVerticalSolidList"/>
    <dgm:cxn modelId="{A3978C5D-AA1C-48A7-8A02-43A96DCE6B48}" type="presParOf" srcId="{6F5CEA27-94C5-40AB-B7A4-D74A0C3CDD27}" destId="{561D39EF-12BD-4973-B253-277BC4173295}" srcOrd="1" destOrd="0" presId="urn:microsoft.com/office/officeart/2018/2/layout/IconVerticalSolidList"/>
    <dgm:cxn modelId="{329E1734-7F36-49A7-BCC6-BC2EEE7B5312}" type="presParOf" srcId="{6F5CEA27-94C5-40AB-B7A4-D74A0C3CDD27}" destId="{E3421F53-4F7D-4EDA-BDE5-4927202D4ADA}" srcOrd="2" destOrd="0" presId="urn:microsoft.com/office/officeart/2018/2/layout/IconVerticalSolidList"/>
    <dgm:cxn modelId="{E5F60D31-F39B-4866-8E53-C51A39983F88}" type="presParOf" srcId="{6F5CEA27-94C5-40AB-B7A4-D74A0C3CDD27}" destId="{7CCBBD0C-2F78-49F0-A655-E3BEB720F454}" srcOrd="3" destOrd="0" presId="urn:microsoft.com/office/officeart/2018/2/layout/IconVerticalSolidList"/>
    <dgm:cxn modelId="{3A9D979F-1100-4E4D-92BF-49A0539EF586}" type="presParOf" srcId="{4BC50EC9-477A-4248-BDA4-33347D6A63B3}" destId="{DA1A692D-29EA-45BF-9ECD-D2C697A7E02D}" srcOrd="1" destOrd="0" presId="urn:microsoft.com/office/officeart/2018/2/layout/IconVerticalSolidList"/>
    <dgm:cxn modelId="{7AC55ACF-0B79-4493-8254-D15C0E39AB27}" type="presParOf" srcId="{4BC50EC9-477A-4248-BDA4-33347D6A63B3}" destId="{0275061D-4857-488F-A85D-E41216E850D4}" srcOrd="2" destOrd="0" presId="urn:microsoft.com/office/officeart/2018/2/layout/IconVerticalSolidList"/>
    <dgm:cxn modelId="{B7A55206-6177-4713-8A6C-0C87806C9D11}" type="presParOf" srcId="{0275061D-4857-488F-A85D-E41216E850D4}" destId="{928E615F-D237-4DBD-BAB4-A32B8122F4DE}" srcOrd="0" destOrd="0" presId="urn:microsoft.com/office/officeart/2018/2/layout/IconVerticalSolidList"/>
    <dgm:cxn modelId="{B040EC1B-496B-4950-AE16-189AD52A9018}" type="presParOf" srcId="{0275061D-4857-488F-A85D-E41216E850D4}" destId="{7F951DC3-8BBA-4349-A243-1297234A910D}" srcOrd="1" destOrd="0" presId="urn:microsoft.com/office/officeart/2018/2/layout/IconVerticalSolidList"/>
    <dgm:cxn modelId="{A986D7D5-99EE-4F85-B242-6AD214D1F9C1}" type="presParOf" srcId="{0275061D-4857-488F-A85D-E41216E850D4}" destId="{B72C96CD-DD8B-410B-B91D-3C8B69FE55E1}" srcOrd="2" destOrd="0" presId="urn:microsoft.com/office/officeart/2018/2/layout/IconVerticalSolidList"/>
    <dgm:cxn modelId="{6FDF05FB-2676-40D1-B26A-D6D7291B65FD}" type="presParOf" srcId="{0275061D-4857-488F-A85D-E41216E850D4}" destId="{0DC7EBD5-986B-4609-A5FC-B4C61CA55E3D}" srcOrd="3" destOrd="0" presId="urn:microsoft.com/office/officeart/2018/2/layout/IconVerticalSolidList"/>
    <dgm:cxn modelId="{5745C631-65E0-4409-84BB-804CE7AEA2C8}" type="presParOf" srcId="{4BC50EC9-477A-4248-BDA4-33347D6A63B3}" destId="{406BD2ED-FD5C-4A45-B14C-8ACF5091E831}" srcOrd="3" destOrd="0" presId="urn:microsoft.com/office/officeart/2018/2/layout/IconVerticalSolidList"/>
    <dgm:cxn modelId="{C1474957-E23A-4043-8D18-0CDAA57235B8}" type="presParOf" srcId="{4BC50EC9-477A-4248-BDA4-33347D6A63B3}" destId="{34E527F7-B5D1-4715-9142-B1568C9B63B8}" srcOrd="4" destOrd="0" presId="urn:microsoft.com/office/officeart/2018/2/layout/IconVerticalSolidList"/>
    <dgm:cxn modelId="{1B94BA21-1745-479E-AC19-9DE253E1BDB8}" type="presParOf" srcId="{34E527F7-B5D1-4715-9142-B1568C9B63B8}" destId="{80565BF6-59BC-49D0-A861-3D22A96F1924}" srcOrd="0" destOrd="0" presId="urn:microsoft.com/office/officeart/2018/2/layout/IconVerticalSolidList"/>
    <dgm:cxn modelId="{DFF6A159-EA84-4CC3-AD5E-FE0F8E57DB0C}" type="presParOf" srcId="{34E527F7-B5D1-4715-9142-B1568C9B63B8}" destId="{C4C91DC5-A95B-46BD-B161-BB420B1B1386}" srcOrd="1" destOrd="0" presId="urn:microsoft.com/office/officeart/2018/2/layout/IconVerticalSolidList"/>
    <dgm:cxn modelId="{8DCA2745-8F0F-4EFB-BF69-E3FE3AD86E97}" type="presParOf" srcId="{34E527F7-B5D1-4715-9142-B1568C9B63B8}" destId="{D9489826-8DDB-48A6-AAFC-C9E3245174E1}" srcOrd="2" destOrd="0" presId="urn:microsoft.com/office/officeart/2018/2/layout/IconVerticalSolidList"/>
    <dgm:cxn modelId="{99E7171D-1384-4934-900A-D286FD8617E8}" type="presParOf" srcId="{34E527F7-B5D1-4715-9142-B1568C9B63B8}" destId="{7E2D8554-786D-433C-BFF0-316AD65D33EE}" srcOrd="3" destOrd="0" presId="urn:microsoft.com/office/officeart/2018/2/layout/IconVerticalSolidList"/>
    <dgm:cxn modelId="{5B42F2A0-C186-429A-96A1-87BB24B2E292}" type="presParOf" srcId="{4BC50EC9-477A-4248-BDA4-33347D6A63B3}" destId="{D87E976F-5000-441B-8CF0-EF427F17545D}" srcOrd="5" destOrd="0" presId="urn:microsoft.com/office/officeart/2018/2/layout/IconVerticalSolidList"/>
    <dgm:cxn modelId="{93D93C4F-02E1-4CE3-A06C-4AA4A7DB352C}" type="presParOf" srcId="{4BC50EC9-477A-4248-BDA4-33347D6A63B3}" destId="{2C739131-00C7-4280-AC5F-1E050A991657}" srcOrd="6" destOrd="0" presId="urn:microsoft.com/office/officeart/2018/2/layout/IconVerticalSolidList"/>
    <dgm:cxn modelId="{5937A883-7311-46A7-A422-7763FD8CDF2D}" type="presParOf" srcId="{2C739131-00C7-4280-AC5F-1E050A991657}" destId="{DAEC9D0F-686A-41E0-AD72-9CD292F34046}" srcOrd="0" destOrd="0" presId="urn:microsoft.com/office/officeart/2018/2/layout/IconVerticalSolidList"/>
    <dgm:cxn modelId="{6F423C9F-8F7D-4865-B9CC-95280CBD5990}" type="presParOf" srcId="{2C739131-00C7-4280-AC5F-1E050A991657}" destId="{B6A07297-B075-4EDB-B0B2-2E56E32524A8}" srcOrd="1" destOrd="0" presId="urn:microsoft.com/office/officeart/2018/2/layout/IconVerticalSolidList"/>
    <dgm:cxn modelId="{274E8E93-FFCF-4051-8141-4A8704C39575}" type="presParOf" srcId="{2C739131-00C7-4280-AC5F-1E050A991657}" destId="{C1BECA2C-341E-46D9-A15B-15803EEDA9C8}" srcOrd="2" destOrd="0" presId="urn:microsoft.com/office/officeart/2018/2/layout/IconVerticalSolidList"/>
    <dgm:cxn modelId="{41AD6499-0E9F-4D80-9841-946B739F7A3F}" type="presParOf" srcId="{2C739131-00C7-4280-AC5F-1E050A991657}" destId="{774A27A7-F4DD-4A4C-B8E5-8FEF7C5CA305}" srcOrd="3" destOrd="0" presId="urn:microsoft.com/office/officeart/2018/2/layout/IconVerticalSolidList"/>
    <dgm:cxn modelId="{628ABE2B-3827-473B-942C-C2D121776929}" type="presParOf" srcId="{4BC50EC9-477A-4248-BDA4-33347D6A63B3}" destId="{57C782C9-6404-4F82-B283-EA03FA3EE487}" srcOrd="7" destOrd="0" presId="urn:microsoft.com/office/officeart/2018/2/layout/IconVerticalSolidList"/>
    <dgm:cxn modelId="{442AB47F-5D76-4BC6-99B3-010078B6666C}" type="presParOf" srcId="{4BC50EC9-477A-4248-BDA4-33347D6A63B3}" destId="{957DD0AE-8541-4200-8D2F-9860C0690BF3}" srcOrd="8" destOrd="0" presId="urn:microsoft.com/office/officeart/2018/2/layout/IconVerticalSolidList"/>
    <dgm:cxn modelId="{8A601A84-2A47-43CC-A87A-66371FCE2256}" type="presParOf" srcId="{957DD0AE-8541-4200-8D2F-9860C0690BF3}" destId="{C9FF1889-EDD4-40B1-8439-184B75E24BE2}" srcOrd="0" destOrd="0" presId="urn:microsoft.com/office/officeart/2018/2/layout/IconVerticalSolidList"/>
    <dgm:cxn modelId="{9D2B95DC-2124-4003-8DD9-1E24AAED553D}" type="presParOf" srcId="{957DD0AE-8541-4200-8D2F-9860C0690BF3}" destId="{8F431B50-8DC9-4F9A-807C-37E06A18F411}" srcOrd="1" destOrd="0" presId="urn:microsoft.com/office/officeart/2018/2/layout/IconVerticalSolidList"/>
    <dgm:cxn modelId="{1B1C5451-8CF0-43DC-A722-6A29E28949B1}" type="presParOf" srcId="{957DD0AE-8541-4200-8D2F-9860C0690BF3}" destId="{1FCA9763-723D-448C-B370-E692FFD4DB84}" srcOrd="2" destOrd="0" presId="urn:microsoft.com/office/officeart/2018/2/layout/IconVerticalSolidList"/>
    <dgm:cxn modelId="{CE00A7E6-7EEF-4AD9-8039-8BE823E185C7}" type="presParOf" srcId="{957DD0AE-8541-4200-8D2F-9860C0690BF3}" destId="{2F946FF9-AA2C-4753-B6BE-CD0DA79B43BE}" srcOrd="3" destOrd="0" presId="urn:microsoft.com/office/officeart/2018/2/layout/IconVerticalSolidList"/>
    <dgm:cxn modelId="{477D606C-5281-42E8-89B2-7A0CED3E6BE4}" type="presParOf" srcId="{4BC50EC9-477A-4248-BDA4-33347D6A63B3}" destId="{A99F679C-6BF6-4F8A-B49E-8804D62287F9}" srcOrd="9" destOrd="0" presId="urn:microsoft.com/office/officeart/2018/2/layout/IconVerticalSolidList"/>
    <dgm:cxn modelId="{AAD56B71-9F44-4854-BD86-3CCF161F7B10}" type="presParOf" srcId="{4BC50EC9-477A-4248-BDA4-33347D6A63B3}" destId="{15D6EDD0-830C-411C-8E7E-B47C67C5BAC6}" srcOrd="10" destOrd="0" presId="urn:microsoft.com/office/officeart/2018/2/layout/IconVerticalSolidList"/>
    <dgm:cxn modelId="{400B574D-3DA4-4D31-B03D-3BBF3728D22B}" type="presParOf" srcId="{15D6EDD0-830C-411C-8E7E-B47C67C5BAC6}" destId="{6A05452E-1A1C-4871-A2E0-C4ED75771F9D}" srcOrd="0" destOrd="0" presId="urn:microsoft.com/office/officeart/2018/2/layout/IconVerticalSolidList"/>
    <dgm:cxn modelId="{627CA904-BC6D-420F-B92F-CC2A226C80E4}" type="presParOf" srcId="{15D6EDD0-830C-411C-8E7E-B47C67C5BAC6}" destId="{7B444211-A7CC-4CB6-8B3F-D21B5DB55DA7}" srcOrd="1" destOrd="0" presId="urn:microsoft.com/office/officeart/2018/2/layout/IconVerticalSolidList"/>
    <dgm:cxn modelId="{D1715572-CDAD-4B6E-9BE2-5A335C549483}" type="presParOf" srcId="{15D6EDD0-830C-411C-8E7E-B47C67C5BAC6}" destId="{620AF63D-9710-46A6-B651-8805B89147E0}" srcOrd="2" destOrd="0" presId="urn:microsoft.com/office/officeart/2018/2/layout/IconVerticalSolidList"/>
    <dgm:cxn modelId="{9C17DCE6-D0FF-4305-8B32-38E34AA8AEEB}" type="presParOf" srcId="{15D6EDD0-830C-411C-8E7E-B47C67C5BAC6}" destId="{9184DAA8-BEC2-44BA-8FFE-642DB45736D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A920AD-1768-47CA-B588-861A663B037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4F99DD22-ADE4-4D0B-A853-B5CB3B6190AD}">
      <dgm:prSet/>
      <dgm:spPr>
        <a:xfrm>
          <a:off x="295671" y="458"/>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b="1" dirty="0">
              <a:solidFill>
                <a:sysClr val="window" lastClr="FFFFFF"/>
              </a:solidFill>
              <a:latin typeface="+mn-lt"/>
              <a:ea typeface="+mn-ea"/>
              <a:cs typeface="+mn-cs"/>
            </a:rPr>
            <a:t>STEP 1: Data</a:t>
          </a:r>
          <a:r>
            <a:rPr lang="en-US" dirty="0">
              <a:solidFill>
                <a:sysClr val="window" lastClr="FFFFFF"/>
              </a:solidFill>
              <a:latin typeface="+mn-lt"/>
              <a:ea typeface="+mn-ea"/>
              <a:cs typeface="+mn-cs"/>
            </a:rPr>
            <a:t> </a:t>
          </a:r>
          <a:r>
            <a:rPr lang="en-US" b="1" dirty="0">
              <a:solidFill>
                <a:sysClr val="window" lastClr="FFFFFF"/>
              </a:solidFill>
              <a:latin typeface="+mn-lt"/>
              <a:ea typeface="+mn-ea"/>
              <a:cs typeface="+mn-cs"/>
            </a:rPr>
            <a:t>Loading</a:t>
          </a:r>
          <a:endParaRPr lang="en-US" dirty="0">
            <a:solidFill>
              <a:sysClr val="window" lastClr="FFFFFF"/>
            </a:solidFill>
            <a:latin typeface="+mn-lt"/>
            <a:ea typeface="+mn-ea"/>
            <a:cs typeface="+mn-cs"/>
          </a:endParaRPr>
        </a:p>
      </dgm:t>
    </dgm:pt>
    <dgm:pt modelId="{9DF0C37C-741D-42A5-8748-4A7A96857DBE}" type="parTrans" cxnId="{8867A07E-102F-4255-B633-BE903DE9D85B}">
      <dgm:prSet/>
      <dgm:spPr/>
      <dgm:t>
        <a:bodyPr/>
        <a:lstStyle/>
        <a:p>
          <a:endParaRPr lang="en-US">
            <a:latin typeface="+mn-lt"/>
          </a:endParaRPr>
        </a:p>
      </dgm:t>
    </dgm:pt>
    <dgm:pt modelId="{A48C9004-3B98-4CE9-B1DC-9F01EE8638C3}" type="sibTrans" cxnId="{8867A07E-102F-4255-B633-BE903DE9D85B}">
      <dgm:prSet/>
      <dgm:spPr/>
      <dgm:t>
        <a:bodyPr/>
        <a:lstStyle/>
        <a:p>
          <a:endParaRPr lang="en-US">
            <a:latin typeface="+mn-lt"/>
          </a:endParaRPr>
        </a:p>
      </dgm:t>
    </dgm:pt>
    <dgm:pt modelId="{7C5489F6-9667-431C-B786-3E199828343D}">
      <dgm:prSet/>
      <dgm:spPr>
        <a:xfrm>
          <a:off x="295671" y="953018"/>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dirty="0">
              <a:solidFill>
                <a:sysClr val="window" lastClr="FFFFFF"/>
              </a:solidFill>
              <a:latin typeface="+mn-lt"/>
              <a:ea typeface="+mn-ea"/>
              <a:cs typeface="+mn-cs"/>
            </a:rPr>
            <a:t>Loading CSV into Snowflake DB involves the serious of steps</a:t>
          </a:r>
        </a:p>
      </dgm:t>
    </dgm:pt>
    <dgm:pt modelId="{C257F2BC-3717-40EF-8CA6-FC10567A3FE7}" type="parTrans" cxnId="{A2CFD23E-0FF0-4D39-8A91-7E4B8134002D}">
      <dgm:prSet/>
      <dgm:spPr/>
      <dgm:t>
        <a:bodyPr/>
        <a:lstStyle/>
        <a:p>
          <a:endParaRPr lang="en-US">
            <a:latin typeface="+mn-lt"/>
          </a:endParaRPr>
        </a:p>
      </dgm:t>
    </dgm:pt>
    <dgm:pt modelId="{D3D26352-D4BA-47A4-87DA-EB95F1E1F10A}" type="sibTrans" cxnId="{A2CFD23E-0FF0-4D39-8A91-7E4B8134002D}">
      <dgm:prSet/>
      <dgm:spPr/>
      <dgm:t>
        <a:bodyPr/>
        <a:lstStyle/>
        <a:p>
          <a:endParaRPr lang="en-US">
            <a:latin typeface="+mn-lt"/>
          </a:endParaRPr>
        </a:p>
      </dgm:t>
    </dgm:pt>
    <dgm:pt modelId="{A5EB1442-DCD2-4E73-B832-14A02B769754}">
      <dgm:prSet/>
      <dgm:spPr>
        <a:xfrm>
          <a:off x="0" y="1262978"/>
          <a:ext cx="5913437" cy="337365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Log in into the snowflake account.</a:t>
          </a:r>
        </a:p>
      </dgm:t>
    </dgm:pt>
    <dgm:pt modelId="{8FFD2FD8-95B5-473B-A485-77F9AA6F0674}" type="parTrans" cxnId="{C5CAF9FD-1FB7-4A7C-851B-D6756528A265}">
      <dgm:prSet/>
      <dgm:spPr/>
      <dgm:t>
        <a:bodyPr/>
        <a:lstStyle/>
        <a:p>
          <a:endParaRPr lang="en-US">
            <a:latin typeface="+mn-lt"/>
          </a:endParaRPr>
        </a:p>
      </dgm:t>
    </dgm:pt>
    <dgm:pt modelId="{72BEDEBA-B640-4753-9A06-A786212E21E1}" type="sibTrans" cxnId="{C5CAF9FD-1FB7-4A7C-851B-D6756528A265}">
      <dgm:prSet/>
      <dgm:spPr/>
      <dgm:t>
        <a:bodyPr/>
        <a:lstStyle/>
        <a:p>
          <a:endParaRPr lang="en-US">
            <a:latin typeface="+mn-lt"/>
          </a:endParaRPr>
        </a:p>
      </dgm:t>
    </dgm:pt>
    <dgm:pt modelId="{63C83943-A753-4169-9CB6-65DFF97BCEAF}">
      <dgm:prSet/>
      <dgm:spPr>
        <a:xfrm>
          <a:off x="0" y="1262978"/>
          <a:ext cx="5913437" cy="337365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Create/Use the database and schema.</a:t>
          </a:r>
        </a:p>
      </dgm:t>
    </dgm:pt>
    <dgm:pt modelId="{4AD594D3-4002-4ECA-B51C-27B4BB7DB120}" type="parTrans" cxnId="{DE886D3B-BE3F-4842-BA8A-40BE9F76D7E9}">
      <dgm:prSet/>
      <dgm:spPr/>
      <dgm:t>
        <a:bodyPr/>
        <a:lstStyle/>
        <a:p>
          <a:endParaRPr lang="en-US">
            <a:latin typeface="+mn-lt"/>
          </a:endParaRPr>
        </a:p>
      </dgm:t>
    </dgm:pt>
    <dgm:pt modelId="{B4796FA4-646B-4F8C-B6C7-2876D147FD19}" type="sibTrans" cxnId="{DE886D3B-BE3F-4842-BA8A-40BE9F76D7E9}">
      <dgm:prSet/>
      <dgm:spPr/>
      <dgm:t>
        <a:bodyPr/>
        <a:lstStyle/>
        <a:p>
          <a:endParaRPr lang="en-US">
            <a:latin typeface="+mn-lt"/>
          </a:endParaRPr>
        </a:p>
      </dgm:t>
    </dgm:pt>
    <dgm:pt modelId="{C9278CD7-86F8-4C32-9A51-7C7FF9CAAB2F}">
      <dgm:prSet/>
      <dgm:spPr>
        <a:xfrm>
          <a:off x="0" y="1262978"/>
          <a:ext cx="5913437" cy="337365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Create Table in Snowflake using Create Statement.</a:t>
          </a:r>
        </a:p>
      </dgm:t>
    </dgm:pt>
    <dgm:pt modelId="{5CC16D52-9068-4A96-BD6B-A1EB1144691F}" type="parTrans" cxnId="{714E4E58-D74A-423B-8AC9-22A118F13B92}">
      <dgm:prSet/>
      <dgm:spPr/>
      <dgm:t>
        <a:bodyPr/>
        <a:lstStyle/>
        <a:p>
          <a:endParaRPr lang="en-US">
            <a:latin typeface="+mn-lt"/>
          </a:endParaRPr>
        </a:p>
      </dgm:t>
    </dgm:pt>
    <dgm:pt modelId="{C50F125B-9C93-479A-9112-8FC7BBFB7855}" type="sibTrans" cxnId="{714E4E58-D74A-423B-8AC9-22A118F13B92}">
      <dgm:prSet/>
      <dgm:spPr/>
      <dgm:t>
        <a:bodyPr/>
        <a:lstStyle/>
        <a:p>
          <a:endParaRPr lang="en-US">
            <a:latin typeface="+mn-lt"/>
          </a:endParaRPr>
        </a:p>
      </dgm:t>
    </dgm:pt>
    <dgm:pt modelId="{1A7BE29D-D844-4867-8C55-F9858FAC41CE}">
      <dgm:prSet/>
      <dgm:spPr>
        <a:xfrm>
          <a:off x="0" y="1262978"/>
          <a:ext cx="5913437" cy="337365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Load the CSV file from local system to the staging of the Snowflake.</a:t>
          </a:r>
        </a:p>
      </dgm:t>
    </dgm:pt>
    <dgm:pt modelId="{81C1239B-9FB1-4B32-903D-C89222869B69}" type="parTrans" cxnId="{DC6A6FFA-9BC5-40D9-B0AD-5F69EADD8F7D}">
      <dgm:prSet/>
      <dgm:spPr/>
      <dgm:t>
        <a:bodyPr/>
        <a:lstStyle/>
        <a:p>
          <a:endParaRPr lang="en-US">
            <a:latin typeface="+mn-lt"/>
          </a:endParaRPr>
        </a:p>
      </dgm:t>
    </dgm:pt>
    <dgm:pt modelId="{5F76137F-1B89-4096-9005-9481087C30B1}" type="sibTrans" cxnId="{DC6A6FFA-9BC5-40D9-B0AD-5F69EADD8F7D}">
      <dgm:prSet/>
      <dgm:spPr/>
      <dgm:t>
        <a:bodyPr/>
        <a:lstStyle/>
        <a:p>
          <a:endParaRPr lang="en-US">
            <a:latin typeface="+mn-lt"/>
          </a:endParaRPr>
        </a:p>
      </dgm:t>
    </dgm:pt>
    <dgm:pt modelId="{F9978F31-AFAE-4BA9-8D89-E2E5696A16A9}">
      <dgm:prSet/>
      <dgm:spPr>
        <a:xfrm>
          <a:off x="0" y="1262978"/>
          <a:ext cx="5913437" cy="337365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Copy the data into Target Table.</a:t>
          </a:r>
        </a:p>
      </dgm:t>
    </dgm:pt>
    <dgm:pt modelId="{A5A23EB9-95E9-4D6B-9C58-312F65662667}" type="parTrans" cxnId="{68A8ADC9-1A9B-4A46-AE92-93733AF9B089}">
      <dgm:prSet/>
      <dgm:spPr/>
      <dgm:t>
        <a:bodyPr/>
        <a:lstStyle/>
        <a:p>
          <a:endParaRPr lang="en-US">
            <a:latin typeface="+mn-lt"/>
          </a:endParaRPr>
        </a:p>
      </dgm:t>
    </dgm:pt>
    <dgm:pt modelId="{4972E0E1-245F-4DC4-81ED-16FA37DCE9D8}" type="sibTrans" cxnId="{68A8ADC9-1A9B-4A46-AE92-93733AF9B089}">
      <dgm:prSet/>
      <dgm:spPr/>
      <dgm:t>
        <a:bodyPr/>
        <a:lstStyle/>
        <a:p>
          <a:endParaRPr lang="en-US">
            <a:latin typeface="+mn-lt"/>
          </a:endParaRPr>
        </a:p>
      </dgm:t>
    </dgm:pt>
    <dgm:pt modelId="{0EAD40F4-E58B-400E-9C19-DC6E8AAA2D45}">
      <dgm:prSet/>
      <dgm:spPr>
        <a:xfrm>
          <a:off x="0" y="1262978"/>
          <a:ext cx="5913437" cy="3373650"/>
        </a:xfr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r>
            <a:rPr lang="en-US" dirty="0">
              <a:solidFill>
                <a:sysClr val="windowText" lastClr="000000">
                  <a:hueOff val="0"/>
                  <a:satOff val="0"/>
                  <a:lumOff val="0"/>
                  <a:alphaOff val="0"/>
                </a:sysClr>
              </a:solidFill>
              <a:latin typeface="+mn-lt"/>
              <a:ea typeface="+mn-ea"/>
              <a:cs typeface="+mn-cs"/>
            </a:rPr>
            <a:t>Create File Format which describes a set of staged data.</a:t>
          </a:r>
        </a:p>
      </dgm:t>
    </dgm:pt>
    <dgm:pt modelId="{87D55F7C-17B0-4109-AE08-4F555CC6A5B0}" type="parTrans" cxnId="{B9DEFB69-D1A3-420A-860D-C0850840F534}">
      <dgm:prSet/>
      <dgm:spPr/>
      <dgm:t>
        <a:bodyPr/>
        <a:lstStyle/>
        <a:p>
          <a:endParaRPr lang="en-US"/>
        </a:p>
      </dgm:t>
    </dgm:pt>
    <dgm:pt modelId="{77A89FC8-4496-4819-B059-254A5F7A14F8}" type="sibTrans" cxnId="{B9DEFB69-D1A3-420A-860D-C0850840F534}">
      <dgm:prSet/>
      <dgm:spPr/>
      <dgm:t>
        <a:bodyPr/>
        <a:lstStyle/>
        <a:p>
          <a:endParaRPr lang="en-US"/>
        </a:p>
      </dgm:t>
    </dgm:pt>
    <dgm:pt modelId="{CD5C47FE-D0AB-4FA3-A921-B9B5E52A445B}" type="pres">
      <dgm:prSet presAssocID="{7AA920AD-1768-47CA-B588-861A663B0373}" presName="linear" presStyleCnt="0">
        <dgm:presLayoutVars>
          <dgm:dir/>
          <dgm:animLvl val="lvl"/>
          <dgm:resizeHandles val="exact"/>
        </dgm:presLayoutVars>
      </dgm:prSet>
      <dgm:spPr/>
    </dgm:pt>
    <dgm:pt modelId="{D377AC33-A78A-4AB2-ABA4-78EF638C4277}" type="pres">
      <dgm:prSet presAssocID="{4F99DD22-ADE4-4D0B-A853-B5CB3B6190AD}" presName="parentLin" presStyleCnt="0"/>
      <dgm:spPr/>
    </dgm:pt>
    <dgm:pt modelId="{51210CD8-567E-49B8-8781-842A6CB6DFB9}" type="pres">
      <dgm:prSet presAssocID="{4F99DD22-ADE4-4D0B-A853-B5CB3B6190AD}" presName="parentLeftMargin" presStyleLbl="node1" presStyleIdx="0" presStyleCnt="2"/>
      <dgm:spPr/>
    </dgm:pt>
    <dgm:pt modelId="{8AE65C84-0EFB-4517-A87B-79AEEDFBBE04}" type="pres">
      <dgm:prSet presAssocID="{4F99DD22-ADE4-4D0B-A853-B5CB3B6190AD}" presName="parentText" presStyleLbl="node1" presStyleIdx="0" presStyleCnt="2">
        <dgm:presLayoutVars>
          <dgm:chMax val="0"/>
          <dgm:bulletEnabled val="1"/>
        </dgm:presLayoutVars>
      </dgm:prSet>
      <dgm:spPr/>
    </dgm:pt>
    <dgm:pt modelId="{20B7A118-FD68-45E0-B7BD-AA578164F957}" type="pres">
      <dgm:prSet presAssocID="{4F99DD22-ADE4-4D0B-A853-B5CB3B6190AD}" presName="negativeSpace" presStyleCnt="0"/>
      <dgm:spPr/>
    </dgm:pt>
    <dgm:pt modelId="{5FD63A0F-372E-40AD-9D1F-0C3C590101F8}" type="pres">
      <dgm:prSet presAssocID="{4F99DD22-ADE4-4D0B-A853-B5CB3B6190AD}" presName="childText" presStyleLbl="conFgAcc1" presStyleIdx="0" presStyleCnt="2">
        <dgm:presLayoutVars>
          <dgm:bulletEnabled val="1"/>
        </dgm:presLayoutVars>
      </dgm:prSet>
      <dgm:spPr>
        <a:xfrm>
          <a:off x="0" y="310418"/>
          <a:ext cx="5913437" cy="5292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pt>
    <dgm:pt modelId="{852CB02E-CEE9-4D94-AABF-04B3B53E94ED}" type="pres">
      <dgm:prSet presAssocID="{A48C9004-3B98-4CE9-B1DC-9F01EE8638C3}" presName="spaceBetweenRectangles" presStyleCnt="0"/>
      <dgm:spPr/>
    </dgm:pt>
    <dgm:pt modelId="{5B611B90-07C1-46F2-971A-5A990516EBC4}" type="pres">
      <dgm:prSet presAssocID="{7C5489F6-9667-431C-B786-3E199828343D}" presName="parentLin" presStyleCnt="0"/>
      <dgm:spPr/>
    </dgm:pt>
    <dgm:pt modelId="{D5BA7EA7-80C3-46C4-AD41-2195BFC40093}" type="pres">
      <dgm:prSet presAssocID="{7C5489F6-9667-431C-B786-3E199828343D}" presName="parentLeftMargin" presStyleLbl="node1" presStyleIdx="0" presStyleCnt="2"/>
      <dgm:spPr/>
    </dgm:pt>
    <dgm:pt modelId="{3BBCC3FB-4CBD-4454-803E-6A83004E5186}" type="pres">
      <dgm:prSet presAssocID="{7C5489F6-9667-431C-B786-3E199828343D}" presName="parentText" presStyleLbl="node1" presStyleIdx="1" presStyleCnt="2">
        <dgm:presLayoutVars>
          <dgm:chMax val="0"/>
          <dgm:bulletEnabled val="1"/>
        </dgm:presLayoutVars>
      </dgm:prSet>
      <dgm:spPr/>
    </dgm:pt>
    <dgm:pt modelId="{318411CE-27D6-4417-83A5-3AEB79295A1F}" type="pres">
      <dgm:prSet presAssocID="{7C5489F6-9667-431C-B786-3E199828343D}" presName="negativeSpace" presStyleCnt="0"/>
      <dgm:spPr/>
    </dgm:pt>
    <dgm:pt modelId="{7EB2A60D-9941-428E-8B5A-91C3C0D5DA4E}" type="pres">
      <dgm:prSet presAssocID="{7C5489F6-9667-431C-B786-3E199828343D}" presName="childText" presStyleLbl="conFgAcc1" presStyleIdx="1" presStyleCnt="2">
        <dgm:presLayoutVars>
          <dgm:bulletEnabled val="1"/>
        </dgm:presLayoutVars>
      </dgm:prSet>
      <dgm:spPr>
        <a:prstGeom prst="rect">
          <a:avLst/>
        </a:prstGeom>
      </dgm:spPr>
    </dgm:pt>
  </dgm:ptLst>
  <dgm:cxnLst>
    <dgm:cxn modelId="{5DFF7324-064D-41C3-9524-830D146F4439}" type="presOf" srcId="{7AA920AD-1768-47CA-B588-861A663B0373}" destId="{CD5C47FE-D0AB-4FA3-A921-B9B5E52A445B}" srcOrd="0" destOrd="0" presId="urn:microsoft.com/office/officeart/2005/8/layout/list1"/>
    <dgm:cxn modelId="{576A4735-B77F-429E-91D9-5E161B626658}" type="presOf" srcId="{63C83943-A753-4169-9CB6-65DFF97BCEAF}" destId="{7EB2A60D-9941-428E-8B5A-91C3C0D5DA4E}" srcOrd="0" destOrd="1" presId="urn:microsoft.com/office/officeart/2005/8/layout/list1"/>
    <dgm:cxn modelId="{DE886D3B-BE3F-4842-BA8A-40BE9F76D7E9}" srcId="{7C5489F6-9667-431C-B786-3E199828343D}" destId="{63C83943-A753-4169-9CB6-65DFF97BCEAF}" srcOrd="1" destOrd="0" parTransId="{4AD594D3-4002-4ECA-B51C-27B4BB7DB120}" sibTransId="{B4796FA4-646B-4F8C-B6C7-2876D147FD19}"/>
    <dgm:cxn modelId="{A2CFD23E-0FF0-4D39-8A91-7E4B8134002D}" srcId="{7AA920AD-1768-47CA-B588-861A663B0373}" destId="{7C5489F6-9667-431C-B786-3E199828343D}" srcOrd="1" destOrd="0" parTransId="{C257F2BC-3717-40EF-8CA6-FC10567A3FE7}" sibTransId="{D3D26352-D4BA-47A4-87DA-EB95F1E1F10A}"/>
    <dgm:cxn modelId="{B9DEFB69-D1A3-420A-860D-C0850840F534}" srcId="{7C5489F6-9667-431C-B786-3E199828343D}" destId="{0EAD40F4-E58B-400E-9C19-DC6E8AAA2D45}" srcOrd="3" destOrd="0" parTransId="{87D55F7C-17B0-4109-AE08-4F555CC6A5B0}" sibTransId="{77A89FC8-4496-4819-B059-254A5F7A14F8}"/>
    <dgm:cxn modelId="{714E4E58-D74A-423B-8AC9-22A118F13B92}" srcId="{7C5489F6-9667-431C-B786-3E199828343D}" destId="{C9278CD7-86F8-4C32-9A51-7C7FF9CAAB2F}" srcOrd="2" destOrd="0" parTransId="{5CC16D52-9068-4A96-BD6B-A1EB1144691F}" sibTransId="{C50F125B-9C93-479A-9112-8FC7BBFB7855}"/>
    <dgm:cxn modelId="{8867A07E-102F-4255-B633-BE903DE9D85B}" srcId="{7AA920AD-1768-47CA-B588-861A663B0373}" destId="{4F99DD22-ADE4-4D0B-A853-B5CB3B6190AD}" srcOrd="0" destOrd="0" parTransId="{9DF0C37C-741D-42A5-8748-4A7A96857DBE}" sibTransId="{A48C9004-3B98-4CE9-B1DC-9F01EE8638C3}"/>
    <dgm:cxn modelId="{DE4034A2-9318-4467-9596-E1F315135287}" type="presOf" srcId="{4F99DD22-ADE4-4D0B-A853-B5CB3B6190AD}" destId="{51210CD8-567E-49B8-8781-842A6CB6DFB9}" srcOrd="0" destOrd="0" presId="urn:microsoft.com/office/officeart/2005/8/layout/list1"/>
    <dgm:cxn modelId="{094D31A9-515B-4DC9-85BD-2B84854B396B}" type="presOf" srcId="{C9278CD7-86F8-4C32-9A51-7C7FF9CAAB2F}" destId="{7EB2A60D-9941-428E-8B5A-91C3C0D5DA4E}" srcOrd="0" destOrd="2" presId="urn:microsoft.com/office/officeart/2005/8/layout/list1"/>
    <dgm:cxn modelId="{50C5EFB2-E352-420B-A479-B345BCDA7D11}" type="presOf" srcId="{7C5489F6-9667-431C-B786-3E199828343D}" destId="{D5BA7EA7-80C3-46C4-AD41-2195BFC40093}" srcOrd="0" destOrd="0" presId="urn:microsoft.com/office/officeart/2005/8/layout/list1"/>
    <dgm:cxn modelId="{9107EAB4-E4C4-4828-A5B9-F4A91E259B5B}" type="presOf" srcId="{0EAD40F4-E58B-400E-9C19-DC6E8AAA2D45}" destId="{7EB2A60D-9941-428E-8B5A-91C3C0D5DA4E}" srcOrd="0" destOrd="3" presId="urn:microsoft.com/office/officeart/2005/8/layout/list1"/>
    <dgm:cxn modelId="{B408D1C0-CD5B-4ED9-9E19-D3E30C9CFB04}" type="presOf" srcId="{7C5489F6-9667-431C-B786-3E199828343D}" destId="{3BBCC3FB-4CBD-4454-803E-6A83004E5186}" srcOrd="1" destOrd="0" presId="urn:microsoft.com/office/officeart/2005/8/layout/list1"/>
    <dgm:cxn modelId="{68A8ADC9-1A9B-4A46-AE92-93733AF9B089}" srcId="{7C5489F6-9667-431C-B786-3E199828343D}" destId="{F9978F31-AFAE-4BA9-8D89-E2E5696A16A9}" srcOrd="5" destOrd="0" parTransId="{A5A23EB9-95E9-4D6B-9C58-312F65662667}" sibTransId="{4972E0E1-245F-4DC4-81ED-16FA37DCE9D8}"/>
    <dgm:cxn modelId="{F8D8BED8-7A9D-4424-940C-5E50DB8D32AD}" type="presOf" srcId="{A5EB1442-DCD2-4E73-B832-14A02B769754}" destId="{7EB2A60D-9941-428E-8B5A-91C3C0D5DA4E}" srcOrd="0" destOrd="0" presId="urn:microsoft.com/office/officeart/2005/8/layout/list1"/>
    <dgm:cxn modelId="{74BDE7DA-CCF1-43CC-BEDA-E22F320751F3}" type="presOf" srcId="{F9978F31-AFAE-4BA9-8D89-E2E5696A16A9}" destId="{7EB2A60D-9941-428E-8B5A-91C3C0D5DA4E}" srcOrd="0" destOrd="5" presId="urn:microsoft.com/office/officeart/2005/8/layout/list1"/>
    <dgm:cxn modelId="{511E9CEC-154B-405D-A6D2-3BCF0CA6C47A}" type="presOf" srcId="{4F99DD22-ADE4-4D0B-A853-B5CB3B6190AD}" destId="{8AE65C84-0EFB-4517-A87B-79AEEDFBBE04}" srcOrd="1" destOrd="0" presId="urn:microsoft.com/office/officeart/2005/8/layout/list1"/>
    <dgm:cxn modelId="{F20231F4-0E91-4013-B253-6EB9AB6D26F9}" type="presOf" srcId="{1A7BE29D-D844-4867-8C55-F9858FAC41CE}" destId="{7EB2A60D-9941-428E-8B5A-91C3C0D5DA4E}" srcOrd="0" destOrd="4" presId="urn:microsoft.com/office/officeart/2005/8/layout/list1"/>
    <dgm:cxn modelId="{DC6A6FFA-9BC5-40D9-B0AD-5F69EADD8F7D}" srcId="{7C5489F6-9667-431C-B786-3E199828343D}" destId="{1A7BE29D-D844-4867-8C55-F9858FAC41CE}" srcOrd="4" destOrd="0" parTransId="{81C1239B-9FB1-4B32-903D-C89222869B69}" sibTransId="{5F76137F-1B89-4096-9005-9481087C30B1}"/>
    <dgm:cxn modelId="{C5CAF9FD-1FB7-4A7C-851B-D6756528A265}" srcId="{7C5489F6-9667-431C-B786-3E199828343D}" destId="{A5EB1442-DCD2-4E73-B832-14A02B769754}" srcOrd="0" destOrd="0" parTransId="{8FFD2FD8-95B5-473B-A485-77F9AA6F0674}" sibTransId="{72BEDEBA-B640-4753-9A06-A786212E21E1}"/>
    <dgm:cxn modelId="{58DA35DD-F91C-46A4-B1BD-5D1487906562}" type="presParOf" srcId="{CD5C47FE-D0AB-4FA3-A921-B9B5E52A445B}" destId="{D377AC33-A78A-4AB2-ABA4-78EF638C4277}" srcOrd="0" destOrd="0" presId="urn:microsoft.com/office/officeart/2005/8/layout/list1"/>
    <dgm:cxn modelId="{9A7AFC91-E51F-428C-87D6-5B71F6B2AF50}" type="presParOf" srcId="{D377AC33-A78A-4AB2-ABA4-78EF638C4277}" destId="{51210CD8-567E-49B8-8781-842A6CB6DFB9}" srcOrd="0" destOrd="0" presId="urn:microsoft.com/office/officeart/2005/8/layout/list1"/>
    <dgm:cxn modelId="{82D13F35-32B5-4225-A7E6-CFFE1DB4F42C}" type="presParOf" srcId="{D377AC33-A78A-4AB2-ABA4-78EF638C4277}" destId="{8AE65C84-0EFB-4517-A87B-79AEEDFBBE04}" srcOrd="1" destOrd="0" presId="urn:microsoft.com/office/officeart/2005/8/layout/list1"/>
    <dgm:cxn modelId="{C69E3819-95BA-4442-9FEC-22BAA49E99C8}" type="presParOf" srcId="{CD5C47FE-D0AB-4FA3-A921-B9B5E52A445B}" destId="{20B7A118-FD68-45E0-B7BD-AA578164F957}" srcOrd="1" destOrd="0" presId="urn:microsoft.com/office/officeart/2005/8/layout/list1"/>
    <dgm:cxn modelId="{71438ADB-DD7E-4E5A-87E6-2CFE55E6CFB0}" type="presParOf" srcId="{CD5C47FE-D0AB-4FA3-A921-B9B5E52A445B}" destId="{5FD63A0F-372E-40AD-9D1F-0C3C590101F8}" srcOrd="2" destOrd="0" presId="urn:microsoft.com/office/officeart/2005/8/layout/list1"/>
    <dgm:cxn modelId="{812D6D09-BF3C-4F42-8C2C-0957F95A2D87}" type="presParOf" srcId="{CD5C47FE-D0AB-4FA3-A921-B9B5E52A445B}" destId="{852CB02E-CEE9-4D94-AABF-04B3B53E94ED}" srcOrd="3" destOrd="0" presId="urn:microsoft.com/office/officeart/2005/8/layout/list1"/>
    <dgm:cxn modelId="{4E2558EB-B7FA-47F9-9D09-A26430F2EB45}" type="presParOf" srcId="{CD5C47FE-D0AB-4FA3-A921-B9B5E52A445B}" destId="{5B611B90-07C1-46F2-971A-5A990516EBC4}" srcOrd="4" destOrd="0" presId="urn:microsoft.com/office/officeart/2005/8/layout/list1"/>
    <dgm:cxn modelId="{96E1A813-08E3-4B20-97C0-2C1CB38A24B7}" type="presParOf" srcId="{5B611B90-07C1-46F2-971A-5A990516EBC4}" destId="{D5BA7EA7-80C3-46C4-AD41-2195BFC40093}" srcOrd="0" destOrd="0" presId="urn:microsoft.com/office/officeart/2005/8/layout/list1"/>
    <dgm:cxn modelId="{9476CC02-81B5-4669-B8C3-909B1A7C9308}" type="presParOf" srcId="{5B611B90-07C1-46F2-971A-5A990516EBC4}" destId="{3BBCC3FB-4CBD-4454-803E-6A83004E5186}" srcOrd="1" destOrd="0" presId="urn:microsoft.com/office/officeart/2005/8/layout/list1"/>
    <dgm:cxn modelId="{5E230D02-1A54-488B-8332-B76D6FF35D56}" type="presParOf" srcId="{CD5C47FE-D0AB-4FA3-A921-B9B5E52A445B}" destId="{318411CE-27D6-4417-83A5-3AEB79295A1F}" srcOrd="5" destOrd="0" presId="urn:microsoft.com/office/officeart/2005/8/layout/list1"/>
    <dgm:cxn modelId="{2E3642E8-E5FF-45AD-8E59-560386426F89}" type="presParOf" srcId="{CD5C47FE-D0AB-4FA3-A921-B9B5E52A445B}" destId="{7EB2A60D-9941-428E-8B5A-91C3C0D5DA4E}"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7731A7-EAAE-49FD-B5DB-FFA70B1206D0}"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230E3695-7E83-4D4E-9E47-B617620630A2}">
      <dgm:prSet/>
      <dgm:spPr>
        <a:xfrm>
          <a:off x="295671" y="3353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b="1" dirty="0">
              <a:solidFill>
                <a:sysClr val="window" lastClr="FFFFFF"/>
              </a:solidFill>
              <a:latin typeface="+mn-lt"/>
              <a:ea typeface="+mn-ea"/>
              <a:cs typeface="+mn-cs"/>
            </a:rPr>
            <a:t>STEP 2: DATA</a:t>
          </a:r>
          <a:r>
            <a:rPr lang="en-US" dirty="0">
              <a:solidFill>
                <a:sysClr val="window" lastClr="FFFFFF"/>
              </a:solidFill>
              <a:latin typeface="+mn-lt"/>
              <a:ea typeface="+mn-ea"/>
              <a:cs typeface="+mn-cs"/>
            </a:rPr>
            <a:t> </a:t>
          </a:r>
          <a:r>
            <a:rPr lang="en-US" b="1" dirty="0">
              <a:solidFill>
                <a:sysClr val="window" lastClr="FFFFFF"/>
              </a:solidFill>
              <a:latin typeface="+mn-lt"/>
              <a:ea typeface="+mn-ea"/>
              <a:cs typeface="+mn-cs"/>
            </a:rPr>
            <a:t>PREPARATION</a:t>
          </a:r>
          <a:endParaRPr lang="en-US" dirty="0">
            <a:solidFill>
              <a:sysClr val="window" lastClr="FFFFFF"/>
            </a:solidFill>
            <a:latin typeface="+mn-lt"/>
            <a:ea typeface="+mn-ea"/>
            <a:cs typeface="+mn-cs"/>
          </a:endParaRPr>
        </a:p>
      </dgm:t>
    </dgm:pt>
    <dgm:pt modelId="{D5926815-44D2-422E-B98F-E3699D464337}" type="parTrans" cxnId="{13D8F902-8276-4018-B4BB-D3435205817D}">
      <dgm:prSet/>
      <dgm:spPr/>
      <dgm:t>
        <a:bodyPr/>
        <a:lstStyle/>
        <a:p>
          <a:endParaRPr lang="en-US"/>
        </a:p>
      </dgm:t>
    </dgm:pt>
    <dgm:pt modelId="{A12F1D8F-FC26-4374-80C9-D10C77240540}" type="sibTrans" cxnId="{13D8F902-8276-4018-B4BB-D3435205817D}">
      <dgm:prSet/>
      <dgm:spPr/>
      <dgm:t>
        <a:bodyPr/>
        <a:lstStyle/>
        <a:p>
          <a:endParaRPr lang="en-US"/>
        </a:p>
      </dgm:t>
    </dgm:pt>
    <dgm:pt modelId="{88A6E631-45A7-4956-86D2-53E48F932AA0}">
      <dgm:prSet/>
      <dgm:spPr>
        <a:xfrm>
          <a:off x="295671" y="98609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dirty="0">
              <a:solidFill>
                <a:sysClr val="window" lastClr="FFFFFF"/>
              </a:solidFill>
              <a:latin typeface="+mn-lt"/>
              <a:ea typeface="+mn-ea"/>
              <a:cs typeface="+mn-cs"/>
            </a:rPr>
            <a:t>Data Cleaning and Transforming using Python</a:t>
          </a:r>
        </a:p>
      </dgm:t>
    </dgm:pt>
    <dgm:pt modelId="{2DDDE282-AC74-4D81-910C-BBC57C643AC8}" type="parTrans" cxnId="{629AD4D1-F6C2-4AA6-A617-C36F056D7DEA}">
      <dgm:prSet/>
      <dgm:spPr/>
      <dgm:t>
        <a:bodyPr/>
        <a:lstStyle/>
        <a:p>
          <a:endParaRPr lang="en-US"/>
        </a:p>
      </dgm:t>
    </dgm:pt>
    <dgm:pt modelId="{563A90B4-35EF-449D-8479-2704BFFCB101}" type="sibTrans" cxnId="{629AD4D1-F6C2-4AA6-A617-C36F056D7DEA}">
      <dgm:prSet/>
      <dgm:spPr/>
      <dgm:t>
        <a:bodyPr/>
        <a:lstStyle/>
        <a:p>
          <a:endParaRPr lang="en-US"/>
        </a:p>
      </dgm:t>
    </dgm:pt>
    <dgm:pt modelId="{AEF65F7A-364E-4F2F-8D76-A61361469832}">
      <dgm:prSet/>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Select only the </a:t>
          </a:r>
          <a:r>
            <a:rPr lang="en-US" b="1" dirty="0">
              <a:solidFill>
                <a:sysClr val="windowText" lastClr="000000">
                  <a:hueOff val="0"/>
                  <a:satOff val="0"/>
                  <a:lumOff val="0"/>
                  <a:alphaOff val="0"/>
                </a:sysClr>
              </a:solidFill>
              <a:latin typeface="+mn-lt"/>
              <a:ea typeface="+mn-ea"/>
              <a:cs typeface="+mn-cs"/>
            </a:rPr>
            <a:t>Closed</a:t>
          </a:r>
          <a:r>
            <a:rPr lang="en-US" dirty="0">
              <a:solidFill>
                <a:sysClr val="windowText" lastClr="000000">
                  <a:hueOff val="0"/>
                  <a:satOff val="0"/>
                  <a:lumOff val="0"/>
                  <a:alphaOff val="0"/>
                </a:sysClr>
              </a:solidFill>
              <a:latin typeface="+mn-lt"/>
              <a:ea typeface="+mn-ea"/>
              <a:cs typeface="+mn-cs"/>
            </a:rPr>
            <a:t> state incident to predict the resolution time.</a:t>
          </a:r>
        </a:p>
      </dgm:t>
    </dgm:pt>
    <dgm:pt modelId="{567D0794-91B6-45D4-A18A-0653B4FE8B72}" type="parTrans" cxnId="{8DFF67AA-9129-411B-AB3F-CDD2CDCC7CD2}">
      <dgm:prSet/>
      <dgm:spPr/>
      <dgm:t>
        <a:bodyPr/>
        <a:lstStyle/>
        <a:p>
          <a:endParaRPr lang="en-US"/>
        </a:p>
      </dgm:t>
    </dgm:pt>
    <dgm:pt modelId="{F89FA053-490C-41D8-A865-06078B86220D}" type="sibTrans" cxnId="{8DFF67AA-9129-411B-AB3F-CDD2CDCC7CD2}">
      <dgm:prSet/>
      <dgm:spPr/>
      <dgm:t>
        <a:bodyPr/>
        <a:lstStyle/>
        <a:p>
          <a:endParaRPr lang="en-US"/>
        </a:p>
      </dgm:t>
    </dgm:pt>
    <dgm:pt modelId="{0A991450-AA3C-473C-941C-81276615977A}">
      <dgm:prSet/>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Handling the missing data and removing the duplicates.</a:t>
          </a:r>
        </a:p>
      </dgm:t>
    </dgm:pt>
    <dgm:pt modelId="{6548BDE4-F502-4E6E-94CB-34E117AFF91A}" type="parTrans" cxnId="{9814D1F2-A7C3-4A4A-B27B-366BB15B79D0}">
      <dgm:prSet/>
      <dgm:spPr/>
      <dgm:t>
        <a:bodyPr/>
        <a:lstStyle/>
        <a:p>
          <a:endParaRPr lang="en-US"/>
        </a:p>
      </dgm:t>
    </dgm:pt>
    <dgm:pt modelId="{E7C9A542-97C6-4E26-AFAD-06C819CEC04F}" type="sibTrans" cxnId="{9814D1F2-A7C3-4A4A-B27B-366BB15B79D0}">
      <dgm:prSet/>
      <dgm:spPr/>
      <dgm:t>
        <a:bodyPr/>
        <a:lstStyle/>
        <a:p>
          <a:endParaRPr lang="en-US"/>
        </a:p>
      </dgm:t>
    </dgm:pt>
    <dgm:pt modelId="{C7A4AC03-F0C7-4D81-8F81-2B0F10ADFCD1}">
      <dgm:prSet/>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Transformed the </a:t>
          </a:r>
          <a:r>
            <a:rPr lang="en-US" b="1" dirty="0">
              <a:solidFill>
                <a:sysClr val="windowText" lastClr="000000">
                  <a:hueOff val="0"/>
                  <a:satOff val="0"/>
                  <a:lumOff val="0"/>
                  <a:alphaOff val="0"/>
                </a:sysClr>
              </a:solidFill>
              <a:latin typeface="+mn-lt"/>
              <a:ea typeface="+mn-ea"/>
              <a:cs typeface="+mn-cs"/>
            </a:rPr>
            <a:t>Opened at</a:t>
          </a:r>
          <a:r>
            <a:rPr lang="en-US" dirty="0">
              <a:solidFill>
                <a:sysClr val="windowText" lastClr="000000">
                  <a:hueOff val="0"/>
                  <a:satOff val="0"/>
                  <a:lumOff val="0"/>
                  <a:alphaOff val="0"/>
                </a:sysClr>
              </a:solidFill>
              <a:latin typeface="+mn-lt"/>
              <a:ea typeface="+mn-ea"/>
              <a:cs typeface="+mn-cs"/>
            </a:rPr>
            <a:t> and </a:t>
          </a:r>
          <a:r>
            <a:rPr lang="en-US" b="1" dirty="0">
              <a:solidFill>
                <a:sysClr val="windowText" lastClr="000000">
                  <a:hueOff val="0"/>
                  <a:satOff val="0"/>
                  <a:lumOff val="0"/>
                  <a:alphaOff val="0"/>
                </a:sysClr>
              </a:solidFill>
              <a:latin typeface="+mn-lt"/>
              <a:ea typeface="+mn-ea"/>
              <a:cs typeface="+mn-cs"/>
            </a:rPr>
            <a:t>Resolved at </a:t>
          </a:r>
          <a:r>
            <a:rPr lang="en-US" dirty="0">
              <a:solidFill>
                <a:sysClr val="windowText" lastClr="000000">
                  <a:hueOff val="0"/>
                  <a:satOff val="0"/>
                  <a:lumOff val="0"/>
                  <a:alphaOff val="0"/>
                </a:sysClr>
              </a:solidFill>
              <a:latin typeface="+mn-lt"/>
              <a:ea typeface="+mn-ea"/>
              <a:cs typeface="+mn-cs"/>
            </a:rPr>
            <a:t>columns date format</a:t>
          </a:r>
        </a:p>
      </dgm:t>
    </dgm:pt>
    <dgm:pt modelId="{957AA691-EE96-4752-BCAD-CD26AF2B434E}" type="parTrans" cxnId="{F8EFC8F6-C75D-4862-9D69-2CD81B4FC3A3}">
      <dgm:prSet/>
      <dgm:spPr/>
      <dgm:t>
        <a:bodyPr/>
        <a:lstStyle/>
        <a:p>
          <a:endParaRPr lang="en-US"/>
        </a:p>
      </dgm:t>
    </dgm:pt>
    <dgm:pt modelId="{DB9504A1-F5CE-4FDE-B709-C5B85F2E37B8}" type="sibTrans" cxnId="{F8EFC8F6-C75D-4862-9D69-2CD81B4FC3A3}">
      <dgm:prSet/>
      <dgm:spPr/>
      <dgm:t>
        <a:bodyPr/>
        <a:lstStyle/>
        <a:p>
          <a:endParaRPr lang="en-US"/>
        </a:p>
      </dgm:t>
    </dgm:pt>
    <dgm:pt modelId="{EC6B6ADB-D498-4FED-B622-A06692B8C5FA}">
      <dgm:prSet/>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Calculate and introduce the </a:t>
          </a:r>
          <a:r>
            <a:rPr lang="en-US" b="1" dirty="0">
              <a:solidFill>
                <a:sysClr val="windowText" lastClr="000000">
                  <a:hueOff val="0"/>
                  <a:satOff val="0"/>
                  <a:lumOff val="0"/>
                  <a:alphaOff val="0"/>
                </a:sysClr>
              </a:solidFill>
              <a:latin typeface="+mn-lt"/>
              <a:ea typeface="+mn-ea"/>
              <a:cs typeface="+mn-cs"/>
            </a:rPr>
            <a:t>Resolution time </a:t>
          </a:r>
          <a:r>
            <a:rPr lang="en-US" dirty="0">
              <a:solidFill>
                <a:sysClr val="windowText" lastClr="000000">
                  <a:hueOff val="0"/>
                  <a:satOff val="0"/>
                  <a:lumOff val="0"/>
                  <a:alphaOff val="0"/>
                </a:sysClr>
              </a:solidFill>
              <a:latin typeface="+mn-lt"/>
              <a:ea typeface="+mn-ea"/>
              <a:cs typeface="+mn-cs"/>
            </a:rPr>
            <a:t>column</a:t>
          </a:r>
          <a:r>
            <a:rPr lang="en-US" b="1" dirty="0">
              <a:solidFill>
                <a:sysClr val="windowText" lastClr="000000">
                  <a:hueOff val="0"/>
                  <a:satOff val="0"/>
                  <a:lumOff val="0"/>
                  <a:alphaOff val="0"/>
                </a:sysClr>
              </a:solidFill>
              <a:latin typeface="+mn-lt"/>
              <a:ea typeface="+mn-ea"/>
              <a:cs typeface="+mn-cs"/>
            </a:rPr>
            <a:t> </a:t>
          </a:r>
          <a:r>
            <a:rPr lang="en-US" dirty="0">
              <a:solidFill>
                <a:sysClr val="windowText" lastClr="000000">
                  <a:hueOff val="0"/>
                  <a:satOff val="0"/>
                  <a:lumOff val="0"/>
                  <a:alphaOff val="0"/>
                </a:sysClr>
              </a:solidFill>
              <a:latin typeface="+mn-lt"/>
              <a:ea typeface="+mn-ea"/>
              <a:cs typeface="+mn-cs"/>
            </a:rPr>
            <a:t>using </a:t>
          </a:r>
          <a:r>
            <a:rPr lang="en-US" b="1" dirty="0">
              <a:solidFill>
                <a:sysClr val="windowText" lastClr="000000">
                  <a:hueOff val="0"/>
                  <a:satOff val="0"/>
                  <a:lumOff val="0"/>
                  <a:alphaOff val="0"/>
                </a:sysClr>
              </a:solidFill>
              <a:latin typeface="+mn-lt"/>
              <a:ea typeface="+mn-ea"/>
              <a:cs typeface="+mn-cs"/>
            </a:rPr>
            <a:t>Opened at</a:t>
          </a:r>
          <a:r>
            <a:rPr lang="en-US" dirty="0">
              <a:solidFill>
                <a:sysClr val="windowText" lastClr="000000">
                  <a:hueOff val="0"/>
                  <a:satOff val="0"/>
                  <a:lumOff val="0"/>
                  <a:alphaOff val="0"/>
                </a:sysClr>
              </a:solidFill>
              <a:latin typeface="+mn-lt"/>
              <a:ea typeface="+mn-ea"/>
              <a:cs typeface="+mn-cs"/>
            </a:rPr>
            <a:t> and </a:t>
          </a:r>
          <a:r>
            <a:rPr lang="en-US" b="1" dirty="0">
              <a:solidFill>
                <a:sysClr val="windowText" lastClr="000000">
                  <a:hueOff val="0"/>
                  <a:satOff val="0"/>
                  <a:lumOff val="0"/>
                  <a:alphaOff val="0"/>
                </a:sysClr>
              </a:solidFill>
              <a:latin typeface="+mn-lt"/>
              <a:ea typeface="+mn-ea"/>
              <a:cs typeface="+mn-cs"/>
            </a:rPr>
            <a:t>Resolved at </a:t>
          </a:r>
          <a:r>
            <a:rPr lang="en-US" dirty="0">
              <a:solidFill>
                <a:sysClr val="windowText" lastClr="000000">
                  <a:hueOff val="0"/>
                  <a:satOff val="0"/>
                  <a:lumOff val="0"/>
                  <a:alphaOff val="0"/>
                </a:sysClr>
              </a:solidFill>
              <a:latin typeface="+mn-lt"/>
              <a:ea typeface="+mn-ea"/>
              <a:cs typeface="+mn-cs"/>
            </a:rPr>
            <a:t>columns.</a:t>
          </a:r>
        </a:p>
      </dgm:t>
    </dgm:pt>
    <dgm:pt modelId="{291A7A73-5298-45CC-82BF-BCC6817BE3DF}" type="parTrans" cxnId="{19B9D0CF-BDF6-48FC-92AE-88E762C9B14D}">
      <dgm:prSet/>
      <dgm:spPr/>
      <dgm:t>
        <a:bodyPr/>
        <a:lstStyle/>
        <a:p>
          <a:endParaRPr lang="en-US"/>
        </a:p>
      </dgm:t>
    </dgm:pt>
    <dgm:pt modelId="{D8A8D15C-A3F9-4C69-80DD-9B6F7E39665A}" type="sibTrans" cxnId="{19B9D0CF-BDF6-48FC-92AE-88E762C9B14D}">
      <dgm:prSet/>
      <dgm:spPr/>
      <dgm:t>
        <a:bodyPr/>
        <a:lstStyle/>
        <a:p>
          <a:endParaRPr lang="en-US"/>
        </a:p>
      </dgm:t>
    </dgm:pt>
    <dgm:pt modelId="{DC2DEA50-B105-4617-86CD-E151EE1E08B5}">
      <dgm:prSet/>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mn-lt"/>
              <a:ea typeface="+mn-ea"/>
              <a:cs typeface="+mn-cs"/>
            </a:rPr>
            <a:t>Load the formatted data into another snowflake table.</a:t>
          </a:r>
        </a:p>
      </dgm:t>
    </dgm:pt>
    <dgm:pt modelId="{7198A749-E56E-4D87-848D-9DB91309E2CE}" type="parTrans" cxnId="{2EC016D5-0A16-4C9E-A2A8-E9B115A771E7}">
      <dgm:prSet/>
      <dgm:spPr/>
      <dgm:t>
        <a:bodyPr/>
        <a:lstStyle/>
        <a:p>
          <a:endParaRPr lang="en-US"/>
        </a:p>
      </dgm:t>
    </dgm:pt>
    <dgm:pt modelId="{29F91BD4-8FCD-4A42-91C6-E34AEBA3F915}" type="sibTrans" cxnId="{2EC016D5-0A16-4C9E-A2A8-E9B115A771E7}">
      <dgm:prSet/>
      <dgm:spPr/>
      <dgm:t>
        <a:bodyPr/>
        <a:lstStyle/>
        <a:p>
          <a:endParaRPr lang="en-US"/>
        </a:p>
      </dgm:t>
    </dgm:pt>
    <dgm:pt modelId="{E2156E2A-AE87-4216-9754-C4FCE06C1BF9}" type="pres">
      <dgm:prSet presAssocID="{1D7731A7-EAAE-49FD-B5DB-FFA70B1206D0}" presName="linear" presStyleCnt="0">
        <dgm:presLayoutVars>
          <dgm:dir/>
          <dgm:animLvl val="lvl"/>
          <dgm:resizeHandles val="exact"/>
        </dgm:presLayoutVars>
      </dgm:prSet>
      <dgm:spPr/>
    </dgm:pt>
    <dgm:pt modelId="{E24388B3-3B80-4A06-9871-E336F8245635}" type="pres">
      <dgm:prSet presAssocID="{230E3695-7E83-4D4E-9E47-B617620630A2}" presName="parentLin" presStyleCnt="0"/>
      <dgm:spPr/>
    </dgm:pt>
    <dgm:pt modelId="{C27F777C-7969-400A-AD35-70B1323FCCE7}" type="pres">
      <dgm:prSet presAssocID="{230E3695-7E83-4D4E-9E47-B617620630A2}" presName="parentLeftMargin" presStyleLbl="node1" presStyleIdx="0" presStyleCnt="2"/>
      <dgm:spPr/>
    </dgm:pt>
    <dgm:pt modelId="{F2DE48DC-D812-4C38-8ED4-5F32E0D0D439}" type="pres">
      <dgm:prSet presAssocID="{230E3695-7E83-4D4E-9E47-B617620630A2}" presName="parentText" presStyleLbl="node1" presStyleIdx="0" presStyleCnt="2">
        <dgm:presLayoutVars>
          <dgm:chMax val="0"/>
          <dgm:bulletEnabled val="1"/>
        </dgm:presLayoutVars>
      </dgm:prSet>
      <dgm:spPr/>
    </dgm:pt>
    <dgm:pt modelId="{F290DD84-9B63-4076-84B3-D22B35498A5B}" type="pres">
      <dgm:prSet presAssocID="{230E3695-7E83-4D4E-9E47-B617620630A2}" presName="negativeSpace" presStyleCnt="0"/>
      <dgm:spPr/>
    </dgm:pt>
    <dgm:pt modelId="{8ECC8D4B-5D5B-4360-80F4-1C99328739A6}" type="pres">
      <dgm:prSet presAssocID="{230E3695-7E83-4D4E-9E47-B617620630A2}" presName="childText" presStyleLbl="conFgAcc1" presStyleIdx="0" presStyleCnt="2">
        <dgm:presLayoutVars>
          <dgm:bulletEnabled val="1"/>
        </dgm:presLayoutVars>
      </dgm:prSet>
      <dgm:spPr>
        <a:xfrm>
          <a:off x="0" y="343493"/>
          <a:ext cx="5913437" cy="5292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pt>
    <dgm:pt modelId="{51797AB8-2200-4DAA-9CB9-BF121B01D1C9}" type="pres">
      <dgm:prSet presAssocID="{A12F1D8F-FC26-4374-80C9-D10C77240540}" presName="spaceBetweenRectangles" presStyleCnt="0"/>
      <dgm:spPr/>
    </dgm:pt>
    <dgm:pt modelId="{86C8BB65-8027-4C1B-97D0-921B8B7FE8E1}" type="pres">
      <dgm:prSet presAssocID="{88A6E631-45A7-4956-86D2-53E48F932AA0}" presName="parentLin" presStyleCnt="0"/>
      <dgm:spPr/>
    </dgm:pt>
    <dgm:pt modelId="{753187A9-9F60-4CC3-88DB-3D1B9C1AFCE1}" type="pres">
      <dgm:prSet presAssocID="{88A6E631-45A7-4956-86D2-53E48F932AA0}" presName="parentLeftMargin" presStyleLbl="node1" presStyleIdx="0" presStyleCnt="2"/>
      <dgm:spPr/>
    </dgm:pt>
    <dgm:pt modelId="{78EC5B2D-707F-483D-8059-1D059F2AB2C9}" type="pres">
      <dgm:prSet presAssocID="{88A6E631-45A7-4956-86D2-53E48F932AA0}" presName="parentText" presStyleLbl="node1" presStyleIdx="1" presStyleCnt="2" custLinFactNeighborX="3819">
        <dgm:presLayoutVars>
          <dgm:chMax val="0"/>
          <dgm:bulletEnabled val="1"/>
        </dgm:presLayoutVars>
      </dgm:prSet>
      <dgm:spPr/>
    </dgm:pt>
    <dgm:pt modelId="{76897006-ACAC-420A-BA6D-7654393729D3}" type="pres">
      <dgm:prSet presAssocID="{88A6E631-45A7-4956-86D2-53E48F932AA0}" presName="negativeSpace" presStyleCnt="0"/>
      <dgm:spPr/>
    </dgm:pt>
    <dgm:pt modelId="{12B13F37-F79C-4462-A14F-29C90F6BD9E6}" type="pres">
      <dgm:prSet presAssocID="{88A6E631-45A7-4956-86D2-53E48F932AA0}" presName="childText" presStyleLbl="conFgAcc1" presStyleIdx="1" presStyleCnt="2" custScaleX="100000" custScaleY="83688">
        <dgm:presLayoutVars>
          <dgm:bulletEnabled val="1"/>
        </dgm:presLayoutVars>
      </dgm:prSet>
      <dgm:spPr>
        <a:prstGeom prst="rect">
          <a:avLst/>
        </a:prstGeom>
      </dgm:spPr>
    </dgm:pt>
  </dgm:ptLst>
  <dgm:cxnLst>
    <dgm:cxn modelId="{13D8F902-8276-4018-B4BB-D3435205817D}" srcId="{1D7731A7-EAAE-49FD-B5DB-FFA70B1206D0}" destId="{230E3695-7E83-4D4E-9E47-B617620630A2}" srcOrd="0" destOrd="0" parTransId="{D5926815-44D2-422E-B98F-E3699D464337}" sibTransId="{A12F1D8F-FC26-4374-80C9-D10C77240540}"/>
    <dgm:cxn modelId="{3B0DD022-E658-4819-8A70-3DCE8B7FAE5F}" type="presOf" srcId="{EC6B6ADB-D498-4FED-B622-A06692B8C5FA}" destId="{12B13F37-F79C-4462-A14F-29C90F6BD9E6}" srcOrd="0" destOrd="3" presId="urn:microsoft.com/office/officeart/2005/8/layout/list1"/>
    <dgm:cxn modelId="{24966C4B-CC89-4228-8692-3F620BC5DA1A}" type="presOf" srcId="{88A6E631-45A7-4956-86D2-53E48F932AA0}" destId="{78EC5B2D-707F-483D-8059-1D059F2AB2C9}" srcOrd="1" destOrd="0" presId="urn:microsoft.com/office/officeart/2005/8/layout/list1"/>
    <dgm:cxn modelId="{A6BB8955-240C-4D70-8AF0-81C97EFA4F1F}" type="presOf" srcId="{230E3695-7E83-4D4E-9E47-B617620630A2}" destId="{F2DE48DC-D812-4C38-8ED4-5F32E0D0D439}" srcOrd="1" destOrd="0" presId="urn:microsoft.com/office/officeart/2005/8/layout/list1"/>
    <dgm:cxn modelId="{DB83367C-7EAF-4D33-8547-E55145068A14}" type="presOf" srcId="{AEF65F7A-364E-4F2F-8D76-A61361469832}" destId="{12B13F37-F79C-4462-A14F-29C90F6BD9E6}" srcOrd="0" destOrd="0" presId="urn:microsoft.com/office/officeart/2005/8/layout/list1"/>
    <dgm:cxn modelId="{D081D77E-E8B3-4D92-AFFB-C7CB013F8067}" type="presOf" srcId="{230E3695-7E83-4D4E-9E47-B617620630A2}" destId="{C27F777C-7969-400A-AD35-70B1323FCCE7}" srcOrd="0" destOrd="0" presId="urn:microsoft.com/office/officeart/2005/8/layout/list1"/>
    <dgm:cxn modelId="{E8A7949D-EFC7-43DB-BC06-76C2899E30E1}" type="presOf" srcId="{C7A4AC03-F0C7-4D81-8F81-2B0F10ADFCD1}" destId="{12B13F37-F79C-4462-A14F-29C90F6BD9E6}" srcOrd="0" destOrd="2" presId="urn:microsoft.com/office/officeart/2005/8/layout/list1"/>
    <dgm:cxn modelId="{824664A2-3B78-4E19-A925-B5C00E992755}" type="presOf" srcId="{0A991450-AA3C-473C-941C-81276615977A}" destId="{12B13F37-F79C-4462-A14F-29C90F6BD9E6}" srcOrd="0" destOrd="1" presId="urn:microsoft.com/office/officeart/2005/8/layout/list1"/>
    <dgm:cxn modelId="{8DFF67AA-9129-411B-AB3F-CDD2CDCC7CD2}" srcId="{88A6E631-45A7-4956-86D2-53E48F932AA0}" destId="{AEF65F7A-364E-4F2F-8D76-A61361469832}" srcOrd="0" destOrd="0" parTransId="{567D0794-91B6-45D4-A18A-0653B4FE8B72}" sibTransId="{F89FA053-490C-41D8-A865-06078B86220D}"/>
    <dgm:cxn modelId="{2C40F5CB-E80F-4807-80F5-88F7E7ED7937}" type="presOf" srcId="{88A6E631-45A7-4956-86D2-53E48F932AA0}" destId="{753187A9-9F60-4CC3-88DB-3D1B9C1AFCE1}" srcOrd="0" destOrd="0" presId="urn:microsoft.com/office/officeart/2005/8/layout/list1"/>
    <dgm:cxn modelId="{19B9D0CF-BDF6-48FC-92AE-88E762C9B14D}" srcId="{88A6E631-45A7-4956-86D2-53E48F932AA0}" destId="{EC6B6ADB-D498-4FED-B622-A06692B8C5FA}" srcOrd="3" destOrd="0" parTransId="{291A7A73-5298-45CC-82BF-BCC6817BE3DF}" sibTransId="{D8A8D15C-A3F9-4C69-80DD-9B6F7E39665A}"/>
    <dgm:cxn modelId="{3FD44FD1-DA6F-4A61-BFE9-1246BEE4A09E}" type="presOf" srcId="{1D7731A7-EAAE-49FD-B5DB-FFA70B1206D0}" destId="{E2156E2A-AE87-4216-9754-C4FCE06C1BF9}" srcOrd="0" destOrd="0" presId="urn:microsoft.com/office/officeart/2005/8/layout/list1"/>
    <dgm:cxn modelId="{629AD4D1-F6C2-4AA6-A617-C36F056D7DEA}" srcId="{1D7731A7-EAAE-49FD-B5DB-FFA70B1206D0}" destId="{88A6E631-45A7-4956-86D2-53E48F932AA0}" srcOrd="1" destOrd="0" parTransId="{2DDDE282-AC74-4D81-910C-BBC57C643AC8}" sibTransId="{563A90B4-35EF-449D-8479-2704BFFCB101}"/>
    <dgm:cxn modelId="{2EC016D5-0A16-4C9E-A2A8-E9B115A771E7}" srcId="{88A6E631-45A7-4956-86D2-53E48F932AA0}" destId="{DC2DEA50-B105-4617-86CD-E151EE1E08B5}" srcOrd="4" destOrd="0" parTransId="{7198A749-E56E-4D87-848D-9DB91309E2CE}" sibTransId="{29F91BD4-8FCD-4A42-91C6-E34AEBA3F915}"/>
    <dgm:cxn modelId="{9814D1F2-A7C3-4A4A-B27B-366BB15B79D0}" srcId="{88A6E631-45A7-4956-86D2-53E48F932AA0}" destId="{0A991450-AA3C-473C-941C-81276615977A}" srcOrd="1" destOrd="0" parTransId="{6548BDE4-F502-4E6E-94CB-34E117AFF91A}" sibTransId="{E7C9A542-97C6-4E26-AFAD-06C819CEC04F}"/>
    <dgm:cxn modelId="{F8EFC8F6-C75D-4862-9D69-2CD81B4FC3A3}" srcId="{88A6E631-45A7-4956-86D2-53E48F932AA0}" destId="{C7A4AC03-F0C7-4D81-8F81-2B0F10ADFCD1}" srcOrd="2" destOrd="0" parTransId="{957AA691-EE96-4752-BCAD-CD26AF2B434E}" sibTransId="{DB9504A1-F5CE-4FDE-B709-C5B85F2E37B8}"/>
    <dgm:cxn modelId="{62DE60F8-6B49-4E83-918F-60F959AC6915}" type="presOf" srcId="{DC2DEA50-B105-4617-86CD-E151EE1E08B5}" destId="{12B13F37-F79C-4462-A14F-29C90F6BD9E6}" srcOrd="0" destOrd="4" presId="urn:microsoft.com/office/officeart/2005/8/layout/list1"/>
    <dgm:cxn modelId="{016806C2-01B9-496C-B7A6-37BFA10F8612}" type="presParOf" srcId="{E2156E2A-AE87-4216-9754-C4FCE06C1BF9}" destId="{E24388B3-3B80-4A06-9871-E336F8245635}" srcOrd="0" destOrd="0" presId="urn:microsoft.com/office/officeart/2005/8/layout/list1"/>
    <dgm:cxn modelId="{3FDAB9C6-87A1-49A5-8988-347E59375ECD}" type="presParOf" srcId="{E24388B3-3B80-4A06-9871-E336F8245635}" destId="{C27F777C-7969-400A-AD35-70B1323FCCE7}" srcOrd="0" destOrd="0" presId="urn:microsoft.com/office/officeart/2005/8/layout/list1"/>
    <dgm:cxn modelId="{888A5BD6-AF01-4235-95D9-87B69A8CE998}" type="presParOf" srcId="{E24388B3-3B80-4A06-9871-E336F8245635}" destId="{F2DE48DC-D812-4C38-8ED4-5F32E0D0D439}" srcOrd="1" destOrd="0" presId="urn:microsoft.com/office/officeart/2005/8/layout/list1"/>
    <dgm:cxn modelId="{A105625B-E4EE-44DC-AFB5-6D3B2CD54C9A}" type="presParOf" srcId="{E2156E2A-AE87-4216-9754-C4FCE06C1BF9}" destId="{F290DD84-9B63-4076-84B3-D22B35498A5B}" srcOrd="1" destOrd="0" presId="urn:microsoft.com/office/officeart/2005/8/layout/list1"/>
    <dgm:cxn modelId="{9AA554FD-75B7-45DB-ACA9-BF7B32C3DA5A}" type="presParOf" srcId="{E2156E2A-AE87-4216-9754-C4FCE06C1BF9}" destId="{8ECC8D4B-5D5B-4360-80F4-1C99328739A6}" srcOrd="2" destOrd="0" presId="urn:microsoft.com/office/officeart/2005/8/layout/list1"/>
    <dgm:cxn modelId="{C9B9E7E0-E1D4-443B-A4D2-5CFA11154194}" type="presParOf" srcId="{E2156E2A-AE87-4216-9754-C4FCE06C1BF9}" destId="{51797AB8-2200-4DAA-9CB9-BF121B01D1C9}" srcOrd="3" destOrd="0" presId="urn:microsoft.com/office/officeart/2005/8/layout/list1"/>
    <dgm:cxn modelId="{933B366F-1595-4E8D-A905-B44DAE0BC052}" type="presParOf" srcId="{E2156E2A-AE87-4216-9754-C4FCE06C1BF9}" destId="{86C8BB65-8027-4C1B-97D0-921B8B7FE8E1}" srcOrd="4" destOrd="0" presId="urn:microsoft.com/office/officeart/2005/8/layout/list1"/>
    <dgm:cxn modelId="{6E049AB4-6A71-4A4C-BC62-8EE9BDB00CD4}" type="presParOf" srcId="{86C8BB65-8027-4C1B-97D0-921B8B7FE8E1}" destId="{753187A9-9F60-4CC3-88DB-3D1B9C1AFCE1}" srcOrd="0" destOrd="0" presId="urn:microsoft.com/office/officeart/2005/8/layout/list1"/>
    <dgm:cxn modelId="{7D001D8F-CF67-42B1-BFF3-A716A86302C1}" type="presParOf" srcId="{86C8BB65-8027-4C1B-97D0-921B8B7FE8E1}" destId="{78EC5B2D-707F-483D-8059-1D059F2AB2C9}" srcOrd="1" destOrd="0" presId="urn:microsoft.com/office/officeart/2005/8/layout/list1"/>
    <dgm:cxn modelId="{9D7A2DFD-AC6B-47BD-99B8-428D37F652AB}" type="presParOf" srcId="{E2156E2A-AE87-4216-9754-C4FCE06C1BF9}" destId="{76897006-ACAC-420A-BA6D-7654393729D3}" srcOrd="5" destOrd="0" presId="urn:microsoft.com/office/officeart/2005/8/layout/list1"/>
    <dgm:cxn modelId="{92278BDB-C1A1-4744-9C8D-DE380F884769}" type="presParOf" srcId="{E2156E2A-AE87-4216-9754-C4FCE06C1BF9}" destId="{12B13F37-F79C-4462-A14F-29C90F6BD9E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D7731A7-EAAE-49FD-B5DB-FFA70B1206D0}"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230E3695-7E83-4D4E-9E47-B617620630A2}">
      <dgm:prSet/>
      <dgm:spPr>
        <a:xfrm>
          <a:off x="295671" y="3353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b="1" dirty="0">
              <a:solidFill>
                <a:sysClr val="window" lastClr="FFFFFF"/>
              </a:solidFill>
              <a:latin typeface="Gill Sans MT" panose="020B0502020104020203"/>
              <a:ea typeface="+mn-ea"/>
              <a:cs typeface="+mn-cs"/>
            </a:rPr>
            <a:t>STEP 3: DATA</a:t>
          </a:r>
          <a:r>
            <a:rPr lang="en-US" dirty="0">
              <a:solidFill>
                <a:sysClr val="window" lastClr="FFFFFF"/>
              </a:solidFill>
              <a:latin typeface="Gill Sans MT" panose="020B0502020104020203"/>
              <a:ea typeface="+mn-ea"/>
              <a:cs typeface="+mn-cs"/>
            </a:rPr>
            <a:t> </a:t>
          </a:r>
          <a:r>
            <a:rPr lang="en-US" b="1" dirty="0">
              <a:solidFill>
                <a:sysClr val="window" lastClr="FFFFFF"/>
              </a:solidFill>
              <a:latin typeface="Gill Sans MT" panose="020B0502020104020203"/>
              <a:ea typeface="+mn-ea"/>
              <a:cs typeface="+mn-cs"/>
            </a:rPr>
            <a:t>EXPLORATION</a:t>
          </a:r>
          <a:endParaRPr lang="en-US" dirty="0">
            <a:solidFill>
              <a:sysClr val="window" lastClr="FFFFFF"/>
            </a:solidFill>
            <a:latin typeface="Gill Sans MT" panose="020B0502020104020203"/>
            <a:ea typeface="+mn-ea"/>
            <a:cs typeface="+mn-cs"/>
          </a:endParaRPr>
        </a:p>
      </dgm:t>
    </dgm:pt>
    <dgm:pt modelId="{D5926815-44D2-422E-B98F-E3699D464337}" type="parTrans" cxnId="{13D8F902-8276-4018-B4BB-D3435205817D}">
      <dgm:prSet/>
      <dgm:spPr/>
      <dgm:t>
        <a:bodyPr/>
        <a:lstStyle/>
        <a:p>
          <a:endParaRPr lang="en-US"/>
        </a:p>
      </dgm:t>
    </dgm:pt>
    <dgm:pt modelId="{A12F1D8F-FC26-4374-80C9-D10C77240540}" type="sibTrans" cxnId="{13D8F902-8276-4018-B4BB-D3435205817D}">
      <dgm:prSet/>
      <dgm:spPr/>
      <dgm:t>
        <a:bodyPr/>
        <a:lstStyle/>
        <a:p>
          <a:endParaRPr lang="en-US"/>
        </a:p>
      </dgm:t>
    </dgm:pt>
    <dgm:pt modelId="{88A6E631-45A7-4956-86D2-53E48F932AA0}">
      <dgm:prSet/>
      <dgm:spPr>
        <a:xfrm>
          <a:off x="295671" y="98609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dirty="0">
              <a:solidFill>
                <a:sysClr val="window" lastClr="FFFFFF"/>
              </a:solidFill>
              <a:latin typeface="Gill Sans MT" panose="020B0502020104020203"/>
              <a:ea typeface="+mn-ea"/>
              <a:cs typeface="+mn-cs"/>
            </a:rPr>
            <a:t>Data </a:t>
          </a:r>
          <a:r>
            <a:rPr lang="en-US" dirty="0"/>
            <a:t>visualization</a:t>
          </a:r>
          <a:endParaRPr lang="en-US" dirty="0">
            <a:solidFill>
              <a:sysClr val="window" lastClr="FFFFFF"/>
            </a:solidFill>
            <a:latin typeface="Gill Sans MT" panose="020B0502020104020203"/>
            <a:ea typeface="+mn-ea"/>
            <a:cs typeface="+mn-cs"/>
          </a:endParaRPr>
        </a:p>
      </dgm:t>
    </dgm:pt>
    <dgm:pt modelId="{2DDDE282-AC74-4D81-910C-BBC57C643AC8}" type="parTrans" cxnId="{629AD4D1-F6C2-4AA6-A617-C36F056D7DEA}">
      <dgm:prSet/>
      <dgm:spPr/>
      <dgm:t>
        <a:bodyPr/>
        <a:lstStyle/>
        <a:p>
          <a:endParaRPr lang="en-US"/>
        </a:p>
      </dgm:t>
    </dgm:pt>
    <dgm:pt modelId="{563A90B4-35EF-449D-8479-2704BFFCB101}" type="sibTrans" cxnId="{629AD4D1-F6C2-4AA6-A617-C36F056D7DEA}">
      <dgm:prSet/>
      <dgm:spPr/>
      <dgm:t>
        <a:bodyPr/>
        <a:lstStyle/>
        <a:p>
          <a:endParaRPr lang="en-US"/>
        </a:p>
      </dgm:t>
    </dgm:pt>
    <dgm:pt modelId="{AEF65F7A-364E-4F2F-8D76-A61361469832}">
      <dgm:prSet/>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Gill Sans MT" panose="020B0502020104020203"/>
              <a:ea typeface="+mn-ea"/>
              <a:cs typeface="+mn-cs"/>
            </a:rPr>
            <a:t>Formatted csv file has been given as an input to </a:t>
          </a:r>
          <a:r>
            <a:rPr lang="en-US" dirty="0" err="1">
              <a:solidFill>
                <a:sysClr val="windowText" lastClr="000000">
                  <a:hueOff val="0"/>
                  <a:satOff val="0"/>
                  <a:lumOff val="0"/>
                  <a:alphaOff val="0"/>
                </a:sysClr>
              </a:solidFill>
              <a:latin typeface="Gill Sans MT" panose="020B0502020104020203"/>
              <a:ea typeface="+mn-ea"/>
              <a:cs typeface="+mn-cs"/>
            </a:rPr>
            <a:t>PowerBI</a:t>
          </a:r>
          <a:r>
            <a:rPr lang="en-US" dirty="0">
              <a:solidFill>
                <a:sysClr val="windowText" lastClr="000000">
                  <a:hueOff val="0"/>
                  <a:satOff val="0"/>
                  <a:lumOff val="0"/>
                  <a:alphaOff val="0"/>
                </a:sysClr>
              </a:solidFill>
              <a:latin typeface="Gill Sans MT" panose="020B0502020104020203"/>
              <a:ea typeface="+mn-ea"/>
              <a:cs typeface="+mn-cs"/>
            </a:rPr>
            <a:t>.</a:t>
          </a:r>
        </a:p>
      </dgm:t>
    </dgm:pt>
    <dgm:pt modelId="{567D0794-91B6-45D4-A18A-0653B4FE8B72}" type="parTrans" cxnId="{8DFF67AA-9129-411B-AB3F-CDD2CDCC7CD2}">
      <dgm:prSet/>
      <dgm:spPr/>
      <dgm:t>
        <a:bodyPr/>
        <a:lstStyle/>
        <a:p>
          <a:endParaRPr lang="en-US"/>
        </a:p>
      </dgm:t>
    </dgm:pt>
    <dgm:pt modelId="{F89FA053-490C-41D8-A865-06078B86220D}" type="sibTrans" cxnId="{8DFF67AA-9129-411B-AB3F-CDD2CDCC7CD2}">
      <dgm:prSet/>
      <dgm:spPr/>
      <dgm:t>
        <a:bodyPr/>
        <a:lstStyle/>
        <a:p>
          <a:endParaRPr lang="en-US"/>
        </a:p>
      </dgm:t>
    </dgm:pt>
    <dgm:pt modelId="{4E538413-EE2D-47F4-93AB-73CD60EE0583}">
      <dgm:prSet/>
      <dgm:spPr>
        <a:xfrm>
          <a:off x="0" y="1296053"/>
          <a:ext cx="5913437" cy="3307500"/>
        </a:xfr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Gill Sans MT" panose="020B0502020104020203"/>
              <a:ea typeface="+mn-ea"/>
              <a:cs typeface="+mn-cs"/>
            </a:rPr>
            <a:t>Identifying the key elements to figure out the most relevant columns that are required to predict the resolution time from the report.</a:t>
          </a:r>
        </a:p>
      </dgm:t>
    </dgm:pt>
    <dgm:pt modelId="{D4038E0A-5537-460E-88C3-6AB8DAA686BF}" type="parTrans" cxnId="{F02A6BE7-2DB0-4E1C-8296-9D8EF0AB7F7B}">
      <dgm:prSet/>
      <dgm:spPr/>
      <dgm:t>
        <a:bodyPr/>
        <a:lstStyle/>
        <a:p>
          <a:endParaRPr lang="en-US"/>
        </a:p>
      </dgm:t>
    </dgm:pt>
    <dgm:pt modelId="{20CBC5C0-77E0-48E3-88FD-1F5F17FC53B8}" type="sibTrans" cxnId="{F02A6BE7-2DB0-4E1C-8296-9D8EF0AB7F7B}">
      <dgm:prSet/>
      <dgm:spPr/>
      <dgm:t>
        <a:bodyPr/>
        <a:lstStyle/>
        <a:p>
          <a:endParaRPr lang="en-US"/>
        </a:p>
      </dgm:t>
    </dgm:pt>
    <dgm:pt modelId="{D6A6D353-D745-4C96-A139-065F90501EE2}">
      <dgm:prSet/>
      <dgm:spPr>
        <a:xfrm>
          <a:off x="0" y="1296053"/>
          <a:ext cx="5913437" cy="3307500"/>
        </a:xfr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Gill Sans MT" panose="020B0502020104020203"/>
              <a:ea typeface="+mn-ea"/>
              <a:cs typeface="+mn-cs"/>
            </a:rPr>
            <a:t>Generating the visualization report.</a:t>
          </a:r>
        </a:p>
      </dgm:t>
    </dgm:pt>
    <dgm:pt modelId="{C3634551-4140-4E7D-94F5-C21FC227D440}" type="parTrans" cxnId="{4BA3261A-2D22-4450-AC6B-98E593932E0E}">
      <dgm:prSet/>
      <dgm:spPr/>
      <dgm:t>
        <a:bodyPr/>
        <a:lstStyle/>
        <a:p>
          <a:endParaRPr lang="en-US"/>
        </a:p>
      </dgm:t>
    </dgm:pt>
    <dgm:pt modelId="{B7C72B92-4E36-4ECC-B541-7F135A2C848B}" type="sibTrans" cxnId="{4BA3261A-2D22-4450-AC6B-98E593932E0E}">
      <dgm:prSet/>
      <dgm:spPr/>
      <dgm:t>
        <a:bodyPr/>
        <a:lstStyle/>
        <a:p>
          <a:endParaRPr lang="en-US"/>
        </a:p>
      </dgm:t>
    </dgm:pt>
    <dgm:pt modelId="{E2156E2A-AE87-4216-9754-C4FCE06C1BF9}" type="pres">
      <dgm:prSet presAssocID="{1D7731A7-EAAE-49FD-B5DB-FFA70B1206D0}" presName="linear" presStyleCnt="0">
        <dgm:presLayoutVars>
          <dgm:dir/>
          <dgm:animLvl val="lvl"/>
          <dgm:resizeHandles val="exact"/>
        </dgm:presLayoutVars>
      </dgm:prSet>
      <dgm:spPr/>
    </dgm:pt>
    <dgm:pt modelId="{E24388B3-3B80-4A06-9871-E336F8245635}" type="pres">
      <dgm:prSet presAssocID="{230E3695-7E83-4D4E-9E47-B617620630A2}" presName="parentLin" presStyleCnt="0"/>
      <dgm:spPr/>
    </dgm:pt>
    <dgm:pt modelId="{C27F777C-7969-400A-AD35-70B1323FCCE7}" type="pres">
      <dgm:prSet presAssocID="{230E3695-7E83-4D4E-9E47-B617620630A2}" presName="parentLeftMargin" presStyleLbl="node1" presStyleIdx="0" presStyleCnt="2"/>
      <dgm:spPr/>
    </dgm:pt>
    <dgm:pt modelId="{F2DE48DC-D812-4C38-8ED4-5F32E0D0D439}" type="pres">
      <dgm:prSet presAssocID="{230E3695-7E83-4D4E-9E47-B617620630A2}" presName="parentText" presStyleLbl="node1" presStyleIdx="0" presStyleCnt="2">
        <dgm:presLayoutVars>
          <dgm:chMax val="0"/>
          <dgm:bulletEnabled val="1"/>
        </dgm:presLayoutVars>
      </dgm:prSet>
      <dgm:spPr/>
    </dgm:pt>
    <dgm:pt modelId="{F290DD84-9B63-4076-84B3-D22B35498A5B}" type="pres">
      <dgm:prSet presAssocID="{230E3695-7E83-4D4E-9E47-B617620630A2}" presName="negativeSpace" presStyleCnt="0"/>
      <dgm:spPr/>
    </dgm:pt>
    <dgm:pt modelId="{8ECC8D4B-5D5B-4360-80F4-1C99328739A6}" type="pres">
      <dgm:prSet presAssocID="{230E3695-7E83-4D4E-9E47-B617620630A2}" presName="childText" presStyleLbl="conFgAcc1" presStyleIdx="0" presStyleCnt="2">
        <dgm:presLayoutVars>
          <dgm:bulletEnabled val="1"/>
        </dgm:presLayoutVars>
      </dgm:prSet>
      <dgm:spPr>
        <a:xfrm>
          <a:off x="0" y="343493"/>
          <a:ext cx="5913437" cy="5292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pt>
    <dgm:pt modelId="{51797AB8-2200-4DAA-9CB9-BF121B01D1C9}" type="pres">
      <dgm:prSet presAssocID="{A12F1D8F-FC26-4374-80C9-D10C77240540}" presName="spaceBetweenRectangles" presStyleCnt="0"/>
      <dgm:spPr/>
    </dgm:pt>
    <dgm:pt modelId="{86C8BB65-8027-4C1B-97D0-921B8B7FE8E1}" type="pres">
      <dgm:prSet presAssocID="{88A6E631-45A7-4956-86D2-53E48F932AA0}" presName="parentLin" presStyleCnt="0"/>
      <dgm:spPr/>
    </dgm:pt>
    <dgm:pt modelId="{753187A9-9F60-4CC3-88DB-3D1B9C1AFCE1}" type="pres">
      <dgm:prSet presAssocID="{88A6E631-45A7-4956-86D2-53E48F932AA0}" presName="parentLeftMargin" presStyleLbl="node1" presStyleIdx="0" presStyleCnt="2"/>
      <dgm:spPr/>
    </dgm:pt>
    <dgm:pt modelId="{78EC5B2D-707F-483D-8059-1D059F2AB2C9}" type="pres">
      <dgm:prSet presAssocID="{88A6E631-45A7-4956-86D2-53E48F932AA0}" presName="parentText" presStyleLbl="node1" presStyleIdx="1" presStyleCnt="2" custLinFactNeighborX="3819">
        <dgm:presLayoutVars>
          <dgm:chMax val="0"/>
          <dgm:bulletEnabled val="1"/>
        </dgm:presLayoutVars>
      </dgm:prSet>
      <dgm:spPr/>
    </dgm:pt>
    <dgm:pt modelId="{76897006-ACAC-420A-BA6D-7654393729D3}" type="pres">
      <dgm:prSet presAssocID="{88A6E631-45A7-4956-86D2-53E48F932AA0}" presName="negativeSpace" presStyleCnt="0"/>
      <dgm:spPr/>
    </dgm:pt>
    <dgm:pt modelId="{12B13F37-F79C-4462-A14F-29C90F6BD9E6}" type="pres">
      <dgm:prSet presAssocID="{88A6E631-45A7-4956-86D2-53E48F932AA0}" presName="childText" presStyleLbl="conFgAcc1" presStyleIdx="1" presStyleCnt="2" custScaleX="100000" custScaleY="102046">
        <dgm:presLayoutVars>
          <dgm:bulletEnabled val="1"/>
        </dgm:presLayoutVars>
      </dgm:prSet>
      <dgm:spPr>
        <a:prstGeom prst="rect">
          <a:avLst/>
        </a:prstGeom>
      </dgm:spPr>
    </dgm:pt>
  </dgm:ptLst>
  <dgm:cxnLst>
    <dgm:cxn modelId="{13D8F902-8276-4018-B4BB-D3435205817D}" srcId="{1D7731A7-EAAE-49FD-B5DB-FFA70B1206D0}" destId="{230E3695-7E83-4D4E-9E47-B617620630A2}" srcOrd="0" destOrd="0" parTransId="{D5926815-44D2-422E-B98F-E3699D464337}" sibTransId="{A12F1D8F-FC26-4374-80C9-D10C77240540}"/>
    <dgm:cxn modelId="{4BA3261A-2D22-4450-AC6B-98E593932E0E}" srcId="{88A6E631-45A7-4956-86D2-53E48F932AA0}" destId="{D6A6D353-D745-4C96-A139-065F90501EE2}" srcOrd="1" destOrd="0" parTransId="{C3634551-4140-4E7D-94F5-C21FC227D440}" sibTransId="{B7C72B92-4E36-4ECC-B541-7F135A2C848B}"/>
    <dgm:cxn modelId="{D31CF646-9EFA-45A0-8E35-911A572DCE73}" type="presOf" srcId="{D6A6D353-D745-4C96-A139-065F90501EE2}" destId="{12B13F37-F79C-4462-A14F-29C90F6BD9E6}" srcOrd="0" destOrd="1" presId="urn:microsoft.com/office/officeart/2005/8/layout/list1"/>
    <dgm:cxn modelId="{24966C4B-CC89-4228-8692-3F620BC5DA1A}" type="presOf" srcId="{88A6E631-45A7-4956-86D2-53E48F932AA0}" destId="{78EC5B2D-707F-483D-8059-1D059F2AB2C9}" srcOrd="1" destOrd="0" presId="urn:microsoft.com/office/officeart/2005/8/layout/list1"/>
    <dgm:cxn modelId="{A6BB8955-240C-4D70-8AF0-81C97EFA4F1F}" type="presOf" srcId="{230E3695-7E83-4D4E-9E47-B617620630A2}" destId="{F2DE48DC-D812-4C38-8ED4-5F32E0D0D439}" srcOrd="1" destOrd="0" presId="urn:microsoft.com/office/officeart/2005/8/layout/list1"/>
    <dgm:cxn modelId="{DB83367C-7EAF-4D33-8547-E55145068A14}" type="presOf" srcId="{AEF65F7A-364E-4F2F-8D76-A61361469832}" destId="{12B13F37-F79C-4462-A14F-29C90F6BD9E6}" srcOrd="0" destOrd="0" presId="urn:microsoft.com/office/officeart/2005/8/layout/list1"/>
    <dgm:cxn modelId="{D081D77E-E8B3-4D92-AFFB-C7CB013F8067}" type="presOf" srcId="{230E3695-7E83-4D4E-9E47-B617620630A2}" destId="{C27F777C-7969-400A-AD35-70B1323FCCE7}" srcOrd="0" destOrd="0" presId="urn:microsoft.com/office/officeart/2005/8/layout/list1"/>
    <dgm:cxn modelId="{8DFF67AA-9129-411B-AB3F-CDD2CDCC7CD2}" srcId="{88A6E631-45A7-4956-86D2-53E48F932AA0}" destId="{AEF65F7A-364E-4F2F-8D76-A61361469832}" srcOrd="0" destOrd="0" parTransId="{567D0794-91B6-45D4-A18A-0653B4FE8B72}" sibTransId="{F89FA053-490C-41D8-A865-06078B86220D}"/>
    <dgm:cxn modelId="{2C40F5CB-E80F-4807-80F5-88F7E7ED7937}" type="presOf" srcId="{88A6E631-45A7-4956-86D2-53E48F932AA0}" destId="{753187A9-9F60-4CC3-88DB-3D1B9C1AFCE1}" srcOrd="0" destOrd="0" presId="urn:microsoft.com/office/officeart/2005/8/layout/list1"/>
    <dgm:cxn modelId="{3FD44FD1-DA6F-4A61-BFE9-1246BEE4A09E}" type="presOf" srcId="{1D7731A7-EAAE-49FD-B5DB-FFA70B1206D0}" destId="{E2156E2A-AE87-4216-9754-C4FCE06C1BF9}" srcOrd="0" destOrd="0" presId="urn:microsoft.com/office/officeart/2005/8/layout/list1"/>
    <dgm:cxn modelId="{629AD4D1-F6C2-4AA6-A617-C36F056D7DEA}" srcId="{1D7731A7-EAAE-49FD-B5DB-FFA70B1206D0}" destId="{88A6E631-45A7-4956-86D2-53E48F932AA0}" srcOrd="1" destOrd="0" parTransId="{2DDDE282-AC74-4D81-910C-BBC57C643AC8}" sibTransId="{563A90B4-35EF-449D-8479-2704BFFCB101}"/>
    <dgm:cxn modelId="{F02A6BE7-2DB0-4E1C-8296-9D8EF0AB7F7B}" srcId="{88A6E631-45A7-4956-86D2-53E48F932AA0}" destId="{4E538413-EE2D-47F4-93AB-73CD60EE0583}" srcOrd="2" destOrd="0" parTransId="{D4038E0A-5537-460E-88C3-6AB8DAA686BF}" sibTransId="{20CBC5C0-77E0-48E3-88FD-1F5F17FC53B8}"/>
    <dgm:cxn modelId="{E814EAED-61AA-4163-A2C7-218E5A995932}" type="presOf" srcId="{4E538413-EE2D-47F4-93AB-73CD60EE0583}" destId="{12B13F37-F79C-4462-A14F-29C90F6BD9E6}" srcOrd="0" destOrd="2" presId="urn:microsoft.com/office/officeart/2005/8/layout/list1"/>
    <dgm:cxn modelId="{016806C2-01B9-496C-B7A6-37BFA10F8612}" type="presParOf" srcId="{E2156E2A-AE87-4216-9754-C4FCE06C1BF9}" destId="{E24388B3-3B80-4A06-9871-E336F8245635}" srcOrd="0" destOrd="0" presId="urn:microsoft.com/office/officeart/2005/8/layout/list1"/>
    <dgm:cxn modelId="{3FDAB9C6-87A1-49A5-8988-347E59375ECD}" type="presParOf" srcId="{E24388B3-3B80-4A06-9871-E336F8245635}" destId="{C27F777C-7969-400A-AD35-70B1323FCCE7}" srcOrd="0" destOrd="0" presId="urn:microsoft.com/office/officeart/2005/8/layout/list1"/>
    <dgm:cxn modelId="{888A5BD6-AF01-4235-95D9-87B69A8CE998}" type="presParOf" srcId="{E24388B3-3B80-4A06-9871-E336F8245635}" destId="{F2DE48DC-D812-4C38-8ED4-5F32E0D0D439}" srcOrd="1" destOrd="0" presId="urn:microsoft.com/office/officeart/2005/8/layout/list1"/>
    <dgm:cxn modelId="{A105625B-E4EE-44DC-AFB5-6D3B2CD54C9A}" type="presParOf" srcId="{E2156E2A-AE87-4216-9754-C4FCE06C1BF9}" destId="{F290DD84-9B63-4076-84B3-D22B35498A5B}" srcOrd="1" destOrd="0" presId="urn:microsoft.com/office/officeart/2005/8/layout/list1"/>
    <dgm:cxn modelId="{9AA554FD-75B7-45DB-ACA9-BF7B32C3DA5A}" type="presParOf" srcId="{E2156E2A-AE87-4216-9754-C4FCE06C1BF9}" destId="{8ECC8D4B-5D5B-4360-80F4-1C99328739A6}" srcOrd="2" destOrd="0" presId="urn:microsoft.com/office/officeart/2005/8/layout/list1"/>
    <dgm:cxn modelId="{C9B9E7E0-E1D4-443B-A4D2-5CFA11154194}" type="presParOf" srcId="{E2156E2A-AE87-4216-9754-C4FCE06C1BF9}" destId="{51797AB8-2200-4DAA-9CB9-BF121B01D1C9}" srcOrd="3" destOrd="0" presId="urn:microsoft.com/office/officeart/2005/8/layout/list1"/>
    <dgm:cxn modelId="{933B366F-1595-4E8D-A905-B44DAE0BC052}" type="presParOf" srcId="{E2156E2A-AE87-4216-9754-C4FCE06C1BF9}" destId="{86C8BB65-8027-4C1B-97D0-921B8B7FE8E1}" srcOrd="4" destOrd="0" presId="urn:microsoft.com/office/officeart/2005/8/layout/list1"/>
    <dgm:cxn modelId="{6E049AB4-6A71-4A4C-BC62-8EE9BDB00CD4}" type="presParOf" srcId="{86C8BB65-8027-4C1B-97D0-921B8B7FE8E1}" destId="{753187A9-9F60-4CC3-88DB-3D1B9C1AFCE1}" srcOrd="0" destOrd="0" presId="urn:microsoft.com/office/officeart/2005/8/layout/list1"/>
    <dgm:cxn modelId="{7D001D8F-CF67-42B1-BFF3-A716A86302C1}" type="presParOf" srcId="{86C8BB65-8027-4C1B-97D0-921B8B7FE8E1}" destId="{78EC5B2D-707F-483D-8059-1D059F2AB2C9}" srcOrd="1" destOrd="0" presId="urn:microsoft.com/office/officeart/2005/8/layout/list1"/>
    <dgm:cxn modelId="{9D7A2DFD-AC6B-47BD-99B8-428D37F652AB}" type="presParOf" srcId="{E2156E2A-AE87-4216-9754-C4FCE06C1BF9}" destId="{76897006-ACAC-420A-BA6D-7654393729D3}" srcOrd="5" destOrd="0" presId="urn:microsoft.com/office/officeart/2005/8/layout/list1"/>
    <dgm:cxn modelId="{92278BDB-C1A1-4744-9C8D-DE380F884769}" type="presParOf" srcId="{E2156E2A-AE87-4216-9754-C4FCE06C1BF9}" destId="{12B13F37-F79C-4462-A14F-29C90F6BD9E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E92F21-8C5D-48BD-BDCB-FCE2762651F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A16EB6-D65F-466E-998A-63407B137FC9}">
      <dgm:prSet/>
      <dgm:spPr>
        <a:xfrm>
          <a:off x="773781" y="3145"/>
          <a:ext cx="9809323" cy="669940"/>
        </a:xfrm>
        <a:prstGeom prst="rect">
          <a:avLst/>
        </a:prstGeom>
        <a:noFill/>
        <a:ln>
          <a:noFill/>
        </a:ln>
        <a:effectLst/>
      </dgm:spPr>
      <dgm:t>
        <a:bodyPr/>
        <a:lstStyle/>
        <a:p>
          <a:pPr algn="ctr">
            <a:lnSpc>
              <a:spcPct val="100000"/>
            </a:lnSpc>
            <a:buNone/>
          </a:pPr>
          <a:r>
            <a:rPr lang="en-US" b="1" dirty="0">
              <a:solidFill>
                <a:sysClr val="windowText" lastClr="000000">
                  <a:hueOff val="0"/>
                  <a:satOff val="0"/>
                  <a:lumOff val="0"/>
                  <a:alphaOff val="0"/>
                </a:sysClr>
              </a:solidFill>
              <a:latin typeface="Gill Sans MT" panose="020B0502020104020203"/>
              <a:ea typeface="+mn-ea"/>
              <a:cs typeface="+mn-cs"/>
            </a:rPr>
            <a:t>NORMALIZATION AND STANDARDIZATION TECHNIQUES</a:t>
          </a:r>
        </a:p>
      </dgm:t>
    </dgm:pt>
    <dgm:pt modelId="{A140CEE4-D998-4A80-A5A2-D59ECF4DADBC}" type="parTrans" cxnId="{EDA1256F-A2F2-4768-A50C-D42D8A51423E}">
      <dgm:prSet/>
      <dgm:spPr/>
      <dgm:t>
        <a:bodyPr/>
        <a:lstStyle/>
        <a:p>
          <a:endParaRPr lang="en-US"/>
        </a:p>
      </dgm:t>
    </dgm:pt>
    <dgm:pt modelId="{A38ED58A-2360-45A4-AA58-4E2796D81191}" type="sibTrans" cxnId="{EDA1256F-A2F2-4768-A50C-D42D8A51423E}">
      <dgm:prSet/>
      <dgm:spPr/>
      <dgm:t>
        <a:bodyPr/>
        <a:lstStyle/>
        <a:p>
          <a:endParaRPr lang="en-US"/>
        </a:p>
      </dgm:t>
    </dgm:pt>
    <dgm:pt modelId="{DC64219C-72D4-4EFA-9936-F0BEEAF3B81F}">
      <dgm:prSet/>
      <dgm:spPr>
        <a:xfrm>
          <a:off x="773781" y="840571"/>
          <a:ext cx="9809323" cy="669940"/>
        </a:xfrm>
        <a:prstGeom prst="rect">
          <a:avLst/>
        </a:prstGeom>
        <a:noFill/>
        <a:ln>
          <a:noFill/>
        </a:ln>
        <a:effectLst/>
      </dgm:spPr>
      <dgm:t>
        <a:bodyPr/>
        <a:lstStyle/>
        <a:p>
          <a:pPr>
            <a:lnSpc>
              <a:spcPct val="100000"/>
            </a:lnSpc>
            <a:buNone/>
          </a:pPr>
          <a:r>
            <a:rPr lang="en-US" dirty="0">
              <a:solidFill>
                <a:sysClr val="windowText" lastClr="000000">
                  <a:hueOff val="0"/>
                  <a:satOff val="0"/>
                  <a:lumOff val="0"/>
                  <a:alphaOff val="0"/>
                </a:sysClr>
              </a:solidFill>
              <a:latin typeface="Gill Sans MT" panose="020B0502020104020203"/>
              <a:ea typeface="+mn-ea"/>
              <a:cs typeface="+mn-cs"/>
            </a:rPr>
            <a:t>We have worked on both Z-score and </a:t>
          </a:r>
          <a:r>
            <a:rPr lang="en-US" dirty="0" err="1">
              <a:solidFill>
                <a:sysClr val="windowText" lastClr="000000">
                  <a:hueOff val="0"/>
                  <a:satOff val="0"/>
                  <a:lumOff val="0"/>
                  <a:alphaOff val="0"/>
                </a:sysClr>
              </a:solidFill>
              <a:latin typeface="Gill Sans MT" panose="020B0502020104020203"/>
              <a:ea typeface="+mn-ea"/>
              <a:cs typeface="+mn-cs"/>
            </a:rPr>
            <a:t>IQR</a:t>
          </a:r>
          <a:r>
            <a:rPr lang="en-US" dirty="0">
              <a:solidFill>
                <a:sysClr val="windowText" lastClr="000000">
                  <a:hueOff val="0"/>
                  <a:satOff val="0"/>
                  <a:lumOff val="0"/>
                  <a:alphaOff val="0"/>
                </a:sysClr>
              </a:solidFill>
              <a:latin typeface="Gill Sans MT" panose="020B0502020104020203"/>
              <a:ea typeface="+mn-ea"/>
              <a:cs typeface="+mn-cs"/>
            </a:rPr>
            <a:t> techniques. </a:t>
          </a:r>
        </a:p>
      </dgm:t>
    </dgm:pt>
    <dgm:pt modelId="{16F0E872-DEA7-4536-B133-0B630FCB88EE}" type="parTrans" cxnId="{DBC404F9-83A8-4B47-A5DB-E592503377A7}">
      <dgm:prSet/>
      <dgm:spPr/>
      <dgm:t>
        <a:bodyPr/>
        <a:lstStyle/>
        <a:p>
          <a:endParaRPr lang="en-US"/>
        </a:p>
      </dgm:t>
    </dgm:pt>
    <dgm:pt modelId="{CC070ED8-1946-4DDB-A210-87937D5C3D37}" type="sibTrans" cxnId="{DBC404F9-83A8-4B47-A5DB-E592503377A7}">
      <dgm:prSet/>
      <dgm:spPr/>
      <dgm:t>
        <a:bodyPr/>
        <a:lstStyle/>
        <a:p>
          <a:endParaRPr lang="en-US"/>
        </a:p>
      </dgm:t>
    </dgm:pt>
    <dgm:pt modelId="{C8458EA4-9C92-43BC-8A80-895CF0204999}">
      <dgm:prSet/>
      <dgm:spPr>
        <a:xfrm>
          <a:off x="773781" y="1677997"/>
          <a:ext cx="9809323" cy="669940"/>
        </a:xfrm>
        <a:prstGeom prst="rect">
          <a:avLst/>
        </a:prstGeom>
        <a:noFill/>
        <a:ln>
          <a:noFill/>
        </a:ln>
        <a:effectLst/>
      </dgm:spPr>
      <dgm:t>
        <a:bodyPr/>
        <a:lstStyle/>
        <a:p>
          <a:pPr>
            <a:lnSpc>
              <a:spcPct val="100000"/>
            </a:lnSpc>
            <a:buNone/>
          </a:pPr>
          <a:r>
            <a:rPr lang="en-US" dirty="0">
              <a:solidFill>
                <a:sysClr val="windowText" lastClr="000000">
                  <a:hueOff val="0"/>
                  <a:satOff val="0"/>
                  <a:lumOff val="0"/>
                  <a:alphaOff val="0"/>
                </a:sysClr>
              </a:solidFill>
              <a:latin typeface="Gill Sans MT" panose="020B0502020104020203"/>
              <a:ea typeface="+mn-ea"/>
              <a:cs typeface="+mn-cs"/>
            </a:rPr>
            <a:t>In </a:t>
          </a:r>
          <a:r>
            <a:rPr lang="en-US" dirty="0" err="1">
              <a:solidFill>
                <a:sysClr val="windowText" lastClr="000000">
                  <a:hueOff val="0"/>
                  <a:satOff val="0"/>
                  <a:lumOff val="0"/>
                  <a:alphaOff val="0"/>
                </a:sysClr>
              </a:solidFill>
              <a:latin typeface="Gill Sans MT" panose="020B0502020104020203"/>
              <a:ea typeface="+mn-ea"/>
              <a:cs typeface="+mn-cs"/>
            </a:rPr>
            <a:t>IQR</a:t>
          </a:r>
          <a:r>
            <a:rPr lang="en-US" dirty="0">
              <a:solidFill>
                <a:sysClr val="windowText" lastClr="000000">
                  <a:hueOff val="0"/>
                  <a:satOff val="0"/>
                  <a:lumOff val="0"/>
                  <a:alphaOff val="0"/>
                </a:sysClr>
              </a:solidFill>
              <a:latin typeface="Gill Sans MT" panose="020B0502020104020203"/>
              <a:ea typeface="+mn-ea"/>
              <a:cs typeface="+mn-cs"/>
            </a:rPr>
            <a:t> method, we have chosen the data between the range of 25% to 75%</a:t>
          </a:r>
        </a:p>
      </dgm:t>
    </dgm:pt>
    <dgm:pt modelId="{DB43A348-124B-46A3-9906-0BEFA30CB272}" type="parTrans" cxnId="{46D09DEE-DB97-4DFF-ABF8-21B096FFBCBE}">
      <dgm:prSet/>
      <dgm:spPr/>
      <dgm:t>
        <a:bodyPr/>
        <a:lstStyle/>
        <a:p>
          <a:endParaRPr lang="en-US"/>
        </a:p>
      </dgm:t>
    </dgm:pt>
    <dgm:pt modelId="{DDB62E0D-2A25-4765-B64C-09AFB8B1D4A8}" type="sibTrans" cxnId="{46D09DEE-DB97-4DFF-ABF8-21B096FFBCBE}">
      <dgm:prSet/>
      <dgm:spPr/>
      <dgm:t>
        <a:bodyPr/>
        <a:lstStyle/>
        <a:p>
          <a:endParaRPr lang="en-US"/>
        </a:p>
      </dgm:t>
    </dgm:pt>
    <dgm:pt modelId="{3EA59548-7D8D-4C4C-A446-682848BBA6E2}">
      <dgm:prSet/>
      <dgm:spPr>
        <a:xfrm>
          <a:off x="773781" y="2515423"/>
          <a:ext cx="9809323" cy="669940"/>
        </a:xfrm>
        <a:prstGeom prst="rect">
          <a:avLst/>
        </a:prstGeom>
        <a:noFill/>
        <a:ln>
          <a:noFill/>
        </a:ln>
        <a:effectLst/>
      </dgm:spPr>
      <dgm:t>
        <a:bodyPr/>
        <a:lstStyle/>
        <a:p>
          <a:pPr>
            <a:lnSpc>
              <a:spcPct val="100000"/>
            </a:lnSpc>
            <a:buNone/>
          </a:pPr>
          <a:r>
            <a:rPr lang="en-US">
              <a:solidFill>
                <a:sysClr val="windowText" lastClr="000000">
                  <a:hueOff val="0"/>
                  <a:satOff val="0"/>
                  <a:lumOff val="0"/>
                  <a:alphaOff val="0"/>
                </a:sysClr>
              </a:solidFill>
              <a:latin typeface="Gill Sans MT" panose="020B0502020104020203"/>
              <a:ea typeface="+mn-ea"/>
              <a:cs typeface="+mn-cs"/>
            </a:rPr>
            <a:t>In Z-score, we have chosen the threshold as 3 to identify the outliers.</a:t>
          </a:r>
        </a:p>
      </dgm:t>
    </dgm:pt>
    <dgm:pt modelId="{068AD5DC-64B6-4745-BD7A-E97EB43A9030}" type="parTrans" cxnId="{4916F45C-385D-4860-B437-12B489EAB614}">
      <dgm:prSet/>
      <dgm:spPr/>
      <dgm:t>
        <a:bodyPr/>
        <a:lstStyle/>
        <a:p>
          <a:endParaRPr lang="en-US"/>
        </a:p>
      </dgm:t>
    </dgm:pt>
    <dgm:pt modelId="{463FF41A-93EC-48E3-8A17-22518C820148}" type="sibTrans" cxnId="{4916F45C-385D-4860-B437-12B489EAB614}">
      <dgm:prSet/>
      <dgm:spPr/>
      <dgm:t>
        <a:bodyPr/>
        <a:lstStyle/>
        <a:p>
          <a:endParaRPr lang="en-US"/>
        </a:p>
      </dgm:t>
    </dgm:pt>
    <dgm:pt modelId="{CE2E5A3F-8C0F-41DC-8DBA-F75D9C093791}">
      <dgm:prSet/>
      <dgm:spPr>
        <a:xfrm>
          <a:off x="773781" y="3352849"/>
          <a:ext cx="9809323" cy="669940"/>
        </a:xfrm>
        <a:prstGeom prst="rect">
          <a:avLst/>
        </a:prstGeom>
        <a:noFill/>
        <a:ln>
          <a:noFill/>
        </a:ln>
        <a:effectLst/>
      </dgm:spPr>
      <dgm:t>
        <a:bodyPr/>
        <a:lstStyle/>
        <a:p>
          <a:pPr>
            <a:lnSpc>
              <a:spcPct val="100000"/>
            </a:lnSpc>
            <a:buNone/>
          </a:pPr>
          <a:r>
            <a:rPr lang="en-US" dirty="0">
              <a:solidFill>
                <a:sysClr val="windowText" lastClr="000000">
                  <a:hueOff val="0"/>
                  <a:satOff val="0"/>
                  <a:lumOff val="0"/>
                  <a:alphaOff val="0"/>
                </a:sysClr>
              </a:solidFill>
              <a:latin typeface="Gill Sans MT" panose="020B0502020104020203"/>
              <a:ea typeface="+mn-ea"/>
              <a:cs typeface="+mn-cs"/>
            </a:rPr>
            <a:t>Based on the accuracy we have chosen Z-score over </a:t>
          </a:r>
          <a:r>
            <a:rPr lang="en-US" dirty="0" err="1">
              <a:solidFill>
                <a:sysClr val="windowText" lastClr="000000">
                  <a:hueOff val="0"/>
                  <a:satOff val="0"/>
                  <a:lumOff val="0"/>
                  <a:alphaOff val="0"/>
                </a:sysClr>
              </a:solidFill>
              <a:latin typeface="Gill Sans MT" panose="020B0502020104020203"/>
              <a:ea typeface="+mn-ea"/>
              <a:cs typeface="+mn-cs"/>
            </a:rPr>
            <a:t>IQR</a:t>
          </a:r>
          <a:r>
            <a:rPr lang="en-US" dirty="0">
              <a:solidFill>
                <a:sysClr val="windowText" lastClr="000000">
                  <a:hueOff val="0"/>
                  <a:satOff val="0"/>
                  <a:lumOff val="0"/>
                  <a:alphaOff val="0"/>
                </a:sysClr>
              </a:solidFill>
              <a:latin typeface="Gill Sans MT" panose="020B0502020104020203"/>
              <a:ea typeface="+mn-ea"/>
              <a:cs typeface="+mn-cs"/>
            </a:rPr>
            <a:t> method to identify the outliers.</a:t>
          </a:r>
        </a:p>
      </dgm:t>
    </dgm:pt>
    <dgm:pt modelId="{CC9163C0-13CB-4A10-8621-A35B897C01C8}" type="parTrans" cxnId="{5A7B116B-36B4-4435-8130-DEF15AD73048}">
      <dgm:prSet/>
      <dgm:spPr/>
      <dgm:t>
        <a:bodyPr/>
        <a:lstStyle/>
        <a:p>
          <a:endParaRPr lang="en-US"/>
        </a:p>
      </dgm:t>
    </dgm:pt>
    <dgm:pt modelId="{2F33DE78-16E9-4D14-87FF-83B1B3623ED0}" type="sibTrans" cxnId="{5A7B116B-36B4-4435-8130-DEF15AD73048}">
      <dgm:prSet/>
      <dgm:spPr/>
      <dgm:t>
        <a:bodyPr/>
        <a:lstStyle/>
        <a:p>
          <a:endParaRPr lang="en-US"/>
        </a:p>
      </dgm:t>
    </dgm:pt>
    <dgm:pt modelId="{C502E4B1-E714-4247-847B-17A6A6F148BB}" type="pres">
      <dgm:prSet presAssocID="{62E92F21-8C5D-48BD-BDCB-FCE2762651FB}" presName="root" presStyleCnt="0">
        <dgm:presLayoutVars>
          <dgm:dir/>
          <dgm:resizeHandles val="exact"/>
        </dgm:presLayoutVars>
      </dgm:prSet>
      <dgm:spPr/>
    </dgm:pt>
    <dgm:pt modelId="{243AD335-7643-4A99-9620-C684505425A6}" type="pres">
      <dgm:prSet presAssocID="{0EA16EB6-D65F-466E-998A-63407B137FC9}" presName="compNode" presStyleCnt="0"/>
      <dgm:spPr/>
    </dgm:pt>
    <dgm:pt modelId="{790EEAB3-A18B-44F8-806B-D51D3F236BD4}" type="pres">
      <dgm:prSet presAssocID="{0EA16EB6-D65F-466E-998A-63407B137FC9}" presName="bgRect" presStyleLbl="bgShp" presStyleIdx="0" presStyleCnt="5"/>
      <dgm:spPr>
        <a:xfrm>
          <a:off x="0" y="3145"/>
          <a:ext cx="10583104" cy="669940"/>
        </a:xfrm>
        <a:prstGeom prst="roundRect">
          <a:avLst>
            <a:gd name="adj" fmla="val 10000"/>
          </a:avLst>
        </a:prstGeom>
        <a:solidFill>
          <a:srgbClr val="B71E42">
            <a:tint val="40000"/>
            <a:hueOff val="0"/>
            <a:satOff val="0"/>
            <a:lumOff val="0"/>
            <a:alphaOff val="0"/>
          </a:srgbClr>
        </a:solidFill>
        <a:ln>
          <a:noFill/>
        </a:ln>
        <a:effectLst/>
      </dgm:spPr>
    </dgm:pt>
    <dgm:pt modelId="{530E6AD9-8A13-4BB7-961F-A1A34B552A75}" type="pres">
      <dgm:prSet presAssocID="{0EA16EB6-D65F-466E-998A-63407B137FC9}" presName="iconRect" presStyleLbl="node1" presStyleIdx="0" presStyleCnt="5" custLinFactX="300000" custLinFactNeighborX="383835" custLinFactNeighborY="3031"/>
      <dgm:spPr>
        <a:xfrm>
          <a:off x="1460461" y="163712"/>
          <a:ext cx="368467" cy="368467"/>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solidFill>
            <a:sysClr val="window" lastClr="FFFFFF">
              <a:hueOff val="0"/>
              <a:satOff val="0"/>
              <a:lumOff val="0"/>
              <a:alphaOff val="0"/>
            </a:sysClr>
          </a:solidFill>
          <a:prstDash val="solid"/>
        </a:ln>
        <a:effectLst/>
      </dgm:spPr>
    </dgm:pt>
    <dgm:pt modelId="{510A044F-E0C1-444C-9CF7-4E54F7B90813}" type="pres">
      <dgm:prSet presAssocID="{0EA16EB6-D65F-466E-998A-63407B137FC9}" presName="spaceRect" presStyleCnt="0"/>
      <dgm:spPr/>
    </dgm:pt>
    <dgm:pt modelId="{FB68533C-12D6-4A72-8485-86E3549CF779}" type="pres">
      <dgm:prSet presAssocID="{0EA16EB6-D65F-466E-998A-63407B137FC9}" presName="parTx" presStyleLbl="revTx" presStyleIdx="0" presStyleCnt="5">
        <dgm:presLayoutVars>
          <dgm:chMax val="0"/>
          <dgm:chPref val="0"/>
        </dgm:presLayoutVars>
      </dgm:prSet>
      <dgm:spPr/>
    </dgm:pt>
    <dgm:pt modelId="{40EFA6C1-0AF7-4457-94EE-3DA600582570}" type="pres">
      <dgm:prSet presAssocID="{A38ED58A-2360-45A4-AA58-4E2796D81191}" presName="sibTrans" presStyleCnt="0"/>
      <dgm:spPr/>
    </dgm:pt>
    <dgm:pt modelId="{EFF819EB-C5AB-49E4-B943-C2CD52BA7845}" type="pres">
      <dgm:prSet presAssocID="{DC64219C-72D4-4EFA-9936-F0BEEAF3B81F}" presName="compNode" presStyleCnt="0"/>
      <dgm:spPr/>
    </dgm:pt>
    <dgm:pt modelId="{13090E9C-1896-4DF7-AFFD-297C32DD6DA7}" type="pres">
      <dgm:prSet presAssocID="{DC64219C-72D4-4EFA-9936-F0BEEAF3B81F}" presName="bgRect" presStyleLbl="bgShp" presStyleIdx="1" presStyleCnt="5"/>
      <dgm:spPr>
        <a:xfrm>
          <a:off x="0" y="840571"/>
          <a:ext cx="10583104" cy="669940"/>
        </a:xfrm>
        <a:prstGeom prst="roundRect">
          <a:avLst>
            <a:gd name="adj" fmla="val 10000"/>
          </a:avLst>
        </a:prstGeom>
        <a:solidFill>
          <a:srgbClr val="B71E42">
            <a:tint val="40000"/>
            <a:hueOff val="0"/>
            <a:satOff val="0"/>
            <a:lumOff val="0"/>
            <a:alphaOff val="0"/>
          </a:srgbClr>
        </a:solidFill>
        <a:ln>
          <a:noFill/>
        </a:ln>
        <a:effectLst/>
      </dgm:spPr>
    </dgm:pt>
    <dgm:pt modelId="{1637BF65-1A97-46E8-AA9C-94CDDDF40320}" type="pres">
      <dgm:prSet presAssocID="{DC64219C-72D4-4EFA-9936-F0BEEAF3B81F}" presName="iconRect" presStyleLbl="node1" presStyleIdx="1" presStyleCnt="5"/>
      <dgm:spPr>
        <a:xfrm>
          <a:off x="202657" y="991308"/>
          <a:ext cx="368467" cy="3684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ysClr val="window" lastClr="FFFFFF">
              <a:hueOff val="0"/>
              <a:satOff val="0"/>
              <a:lumOff val="0"/>
              <a:alphaOff val="0"/>
            </a:sysClr>
          </a:solidFill>
          <a:prstDash val="solid"/>
        </a:ln>
        <a:effectLst/>
      </dgm:spPr>
      <dgm:extLst>
        <a:ext uri="{E40237B7-FDA0-4F09-8148-C483321AD2D9}">
          <dgm14:cNvPr xmlns:dgm14="http://schemas.microsoft.com/office/drawing/2010/diagram" id="0" name="" descr="Business Growth"/>
        </a:ext>
      </dgm:extLst>
    </dgm:pt>
    <dgm:pt modelId="{DE80FBB5-84F9-4203-9130-EC912C6E85D5}" type="pres">
      <dgm:prSet presAssocID="{DC64219C-72D4-4EFA-9936-F0BEEAF3B81F}" presName="spaceRect" presStyleCnt="0"/>
      <dgm:spPr/>
    </dgm:pt>
    <dgm:pt modelId="{539EDDC0-7CCC-4055-A9E4-05B240F5C1AD}" type="pres">
      <dgm:prSet presAssocID="{DC64219C-72D4-4EFA-9936-F0BEEAF3B81F}" presName="parTx" presStyleLbl="revTx" presStyleIdx="1" presStyleCnt="5">
        <dgm:presLayoutVars>
          <dgm:chMax val="0"/>
          <dgm:chPref val="0"/>
        </dgm:presLayoutVars>
      </dgm:prSet>
      <dgm:spPr/>
    </dgm:pt>
    <dgm:pt modelId="{BEF5CAC1-DB8F-41DA-BD7A-C76C4854689F}" type="pres">
      <dgm:prSet presAssocID="{CC070ED8-1946-4DDB-A210-87937D5C3D37}" presName="sibTrans" presStyleCnt="0"/>
      <dgm:spPr/>
    </dgm:pt>
    <dgm:pt modelId="{97707356-762D-4BFC-B243-77033D8A61DB}" type="pres">
      <dgm:prSet presAssocID="{C8458EA4-9C92-43BC-8A80-895CF0204999}" presName="compNode" presStyleCnt="0"/>
      <dgm:spPr/>
    </dgm:pt>
    <dgm:pt modelId="{E12B67B1-CAFF-4FE4-9C35-C8D166953562}" type="pres">
      <dgm:prSet presAssocID="{C8458EA4-9C92-43BC-8A80-895CF0204999}" presName="bgRect" presStyleLbl="bgShp" presStyleIdx="2" presStyleCnt="5"/>
      <dgm:spPr>
        <a:xfrm>
          <a:off x="0" y="1677997"/>
          <a:ext cx="10583104" cy="669940"/>
        </a:xfrm>
        <a:prstGeom prst="roundRect">
          <a:avLst>
            <a:gd name="adj" fmla="val 10000"/>
          </a:avLst>
        </a:prstGeom>
        <a:solidFill>
          <a:srgbClr val="B71E42">
            <a:tint val="40000"/>
            <a:hueOff val="0"/>
            <a:satOff val="0"/>
            <a:lumOff val="0"/>
            <a:alphaOff val="0"/>
          </a:srgbClr>
        </a:solidFill>
        <a:ln>
          <a:noFill/>
        </a:ln>
        <a:effectLst/>
      </dgm:spPr>
    </dgm:pt>
    <dgm:pt modelId="{704DBC21-F45C-4389-BE69-1B8389BE80A2}" type="pres">
      <dgm:prSet presAssocID="{C8458EA4-9C92-43BC-8A80-895CF0204999}" presName="iconRect" presStyleLbl="node1" presStyleIdx="2" presStyleCnt="5"/>
      <dgm:spPr>
        <a:xfrm>
          <a:off x="202657" y="1828734"/>
          <a:ext cx="368467" cy="3684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ysClr val="window" lastClr="FFFFFF">
              <a:hueOff val="0"/>
              <a:satOff val="0"/>
              <a:lumOff val="0"/>
              <a:alphaOff val="0"/>
            </a:sysClr>
          </a:solidFill>
          <a:prstDash val="solid"/>
        </a:ln>
        <a:effectLst/>
      </dgm:spPr>
      <dgm:extLst>
        <a:ext uri="{E40237B7-FDA0-4F09-8148-C483321AD2D9}">
          <dgm14:cNvPr xmlns:dgm14="http://schemas.microsoft.com/office/drawing/2010/diagram" id="0" name="" descr="Computer"/>
        </a:ext>
      </dgm:extLst>
    </dgm:pt>
    <dgm:pt modelId="{7493E305-D9AB-4E2D-8CC3-F3AA824770E1}" type="pres">
      <dgm:prSet presAssocID="{C8458EA4-9C92-43BC-8A80-895CF0204999}" presName="spaceRect" presStyleCnt="0"/>
      <dgm:spPr/>
    </dgm:pt>
    <dgm:pt modelId="{4BC1A5F1-05B8-4AFB-A5AC-7FC67FAA6DE7}" type="pres">
      <dgm:prSet presAssocID="{C8458EA4-9C92-43BC-8A80-895CF0204999}" presName="parTx" presStyleLbl="revTx" presStyleIdx="2" presStyleCnt="5">
        <dgm:presLayoutVars>
          <dgm:chMax val="0"/>
          <dgm:chPref val="0"/>
        </dgm:presLayoutVars>
      </dgm:prSet>
      <dgm:spPr/>
    </dgm:pt>
    <dgm:pt modelId="{99628C07-C80B-4EED-ACB3-16933F9B63D5}" type="pres">
      <dgm:prSet presAssocID="{DDB62E0D-2A25-4765-B64C-09AFB8B1D4A8}" presName="sibTrans" presStyleCnt="0"/>
      <dgm:spPr/>
    </dgm:pt>
    <dgm:pt modelId="{69A1B145-5A76-4D8A-87A8-3B167A2F4F20}" type="pres">
      <dgm:prSet presAssocID="{3EA59548-7D8D-4C4C-A446-682848BBA6E2}" presName="compNode" presStyleCnt="0"/>
      <dgm:spPr/>
    </dgm:pt>
    <dgm:pt modelId="{504CC779-E30E-4F6B-8A8C-662BFA46391F}" type="pres">
      <dgm:prSet presAssocID="{3EA59548-7D8D-4C4C-A446-682848BBA6E2}" presName="bgRect" presStyleLbl="bgShp" presStyleIdx="3" presStyleCnt="5"/>
      <dgm:spPr>
        <a:xfrm>
          <a:off x="0" y="2515423"/>
          <a:ext cx="10583104" cy="669940"/>
        </a:xfrm>
        <a:prstGeom prst="roundRect">
          <a:avLst>
            <a:gd name="adj" fmla="val 10000"/>
          </a:avLst>
        </a:prstGeom>
        <a:solidFill>
          <a:srgbClr val="B71E42">
            <a:tint val="40000"/>
            <a:hueOff val="0"/>
            <a:satOff val="0"/>
            <a:lumOff val="0"/>
            <a:alphaOff val="0"/>
          </a:srgbClr>
        </a:solidFill>
        <a:ln>
          <a:noFill/>
        </a:ln>
        <a:effectLst/>
      </dgm:spPr>
    </dgm:pt>
    <dgm:pt modelId="{D782DD7B-2E13-4C1D-BA3B-32F76F05D284}" type="pres">
      <dgm:prSet presAssocID="{3EA59548-7D8D-4C4C-A446-682848BBA6E2}" presName="iconRect" presStyleLbl="node1" presStyleIdx="3" presStyleCnt="5"/>
      <dgm:spPr>
        <a:xfrm>
          <a:off x="202657" y="2666160"/>
          <a:ext cx="368467" cy="36846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ysClr val="window" lastClr="FFFFFF">
              <a:hueOff val="0"/>
              <a:satOff val="0"/>
              <a:lumOff val="0"/>
              <a:alphaOff val="0"/>
            </a:sysClr>
          </a:solidFill>
          <a:prstDash val="solid"/>
        </a:ln>
        <a:effectLst/>
      </dgm:spPr>
      <dgm:extLst>
        <a:ext uri="{E40237B7-FDA0-4F09-8148-C483321AD2D9}">
          <dgm14:cNvPr xmlns:dgm14="http://schemas.microsoft.com/office/drawing/2010/diagram" id="0" name="" descr="Statistics"/>
        </a:ext>
      </dgm:extLst>
    </dgm:pt>
    <dgm:pt modelId="{8A367C79-EF35-410A-BCE4-592EE6F7CC00}" type="pres">
      <dgm:prSet presAssocID="{3EA59548-7D8D-4C4C-A446-682848BBA6E2}" presName="spaceRect" presStyleCnt="0"/>
      <dgm:spPr/>
    </dgm:pt>
    <dgm:pt modelId="{4755A551-15B3-4FCA-8BA7-860DDC1B3CB9}" type="pres">
      <dgm:prSet presAssocID="{3EA59548-7D8D-4C4C-A446-682848BBA6E2}" presName="parTx" presStyleLbl="revTx" presStyleIdx="3" presStyleCnt="5">
        <dgm:presLayoutVars>
          <dgm:chMax val="0"/>
          <dgm:chPref val="0"/>
        </dgm:presLayoutVars>
      </dgm:prSet>
      <dgm:spPr/>
    </dgm:pt>
    <dgm:pt modelId="{039194A6-1B06-4992-8D51-ECDC993B0224}" type="pres">
      <dgm:prSet presAssocID="{463FF41A-93EC-48E3-8A17-22518C820148}" presName="sibTrans" presStyleCnt="0"/>
      <dgm:spPr/>
    </dgm:pt>
    <dgm:pt modelId="{74A0CE85-5DFB-4D6A-9E05-82977691E7DF}" type="pres">
      <dgm:prSet presAssocID="{CE2E5A3F-8C0F-41DC-8DBA-F75D9C093791}" presName="compNode" presStyleCnt="0"/>
      <dgm:spPr/>
    </dgm:pt>
    <dgm:pt modelId="{08C1D0B3-16E2-4C04-AD6E-90BFFDA7D1C1}" type="pres">
      <dgm:prSet presAssocID="{CE2E5A3F-8C0F-41DC-8DBA-F75D9C093791}" presName="bgRect" presStyleLbl="bgShp" presStyleIdx="4" presStyleCnt="5"/>
      <dgm:spPr>
        <a:xfrm>
          <a:off x="0" y="3352849"/>
          <a:ext cx="10583104" cy="669940"/>
        </a:xfrm>
        <a:prstGeom prst="roundRect">
          <a:avLst>
            <a:gd name="adj" fmla="val 10000"/>
          </a:avLst>
        </a:prstGeom>
        <a:solidFill>
          <a:srgbClr val="B71E42">
            <a:tint val="40000"/>
            <a:hueOff val="0"/>
            <a:satOff val="0"/>
            <a:lumOff val="0"/>
            <a:alphaOff val="0"/>
          </a:srgbClr>
        </a:solidFill>
        <a:ln>
          <a:noFill/>
        </a:ln>
        <a:effectLst/>
      </dgm:spPr>
    </dgm:pt>
    <dgm:pt modelId="{5E18239A-7A6F-444F-8FA7-311C9A29A522}" type="pres">
      <dgm:prSet presAssocID="{CE2E5A3F-8C0F-41DC-8DBA-F75D9C093791}" presName="iconRect" presStyleLbl="node1" presStyleIdx="4" presStyleCnt="5"/>
      <dgm:spPr>
        <a:xfrm>
          <a:off x="202657" y="3503586"/>
          <a:ext cx="368467" cy="36846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ysClr val="window" lastClr="FFFFFF">
              <a:hueOff val="0"/>
              <a:satOff val="0"/>
              <a:lumOff val="0"/>
              <a:alphaOff val="0"/>
            </a:sysClr>
          </a:solidFill>
          <a:prstDash val="solid"/>
        </a:ln>
        <a:effectLst/>
      </dgm:spPr>
      <dgm:extLst>
        <a:ext uri="{E40237B7-FDA0-4F09-8148-C483321AD2D9}">
          <dgm14:cNvPr xmlns:dgm14="http://schemas.microsoft.com/office/drawing/2010/diagram" id="0" name="" descr="Presentation with Pie Chart"/>
        </a:ext>
      </dgm:extLst>
    </dgm:pt>
    <dgm:pt modelId="{B1A618B1-97F6-4E46-95B6-65DEAD8EF8CA}" type="pres">
      <dgm:prSet presAssocID="{CE2E5A3F-8C0F-41DC-8DBA-F75D9C093791}" presName="spaceRect" presStyleCnt="0"/>
      <dgm:spPr/>
    </dgm:pt>
    <dgm:pt modelId="{72AE4A4A-5413-4B8C-A207-AE325CA9B06B}" type="pres">
      <dgm:prSet presAssocID="{CE2E5A3F-8C0F-41DC-8DBA-F75D9C093791}" presName="parTx" presStyleLbl="revTx" presStyleIdx="4" presStyleCnt="5">
        <dgm:presLayoutVars>
          <dgm:chMax val="0"/>
          <dgm:chPref val="0"/>
        </dgm:presLayoutVars>
      </dgm:prSet>
      <dgm:spPr/>
    </dgm:pt>
  </dgm:ptLst>
  <dgm:cxnLst>
    <dgm:cxn modelId="{C4DFA519-19F6-40E5-914A-79BC993F38AD}" type="presOf" srcId="{CE2E5A3F-8C0F-41DC-8DBA-F75D9C093791}" destId="{72AE4A4A-5413-4B8C-A207-AE325CA9B06B}" srcOrd="0" destOrd="0" presId="urn:microsoft.com/office/officeart/2018/2/layout/IconVerticalSolidList"/>
    <dgm:cxn modelId="{4916F45C-385D-4860-B437-12B489EAB614}" srcId="{62E92F21-8C5D-48BD-BDCB-FCE2762651FB}" destId="{3EA59548-7D8D-4C4C-A446-682848BBA6E2}" srcOrd="3" destOrd="0" parTransId="{068AD5DC-64B6-4745-BD7A-E97EB43A9030}" sibTransId="{463FF41A-93EC-48E3-8A17-22518C820148}"/>
    <dgm:cxn modelId="{5A7B116B-36B4-4435-8130-DEF15AD73048}" srcId="{62E92F21-8C5D-48BD-BDCB-FCE2762651FB}" destId="{CE2E5A3F-8C0F-41DC-8DBA-F75D9C093791}" srcOrd="4" destOrd="0" parTransId="{CC9163C0-13CB-4A10-8621-A35B897C01C8}" sibTransId="{2F33DE78-16E9-4D14-87FF-83B1B3623ED0}"/>
    <dgm:cxn modelId="{EDA1256F-A2F2-4768-A50C-D42D8A51423E}" srcId="{62E92F21-8C5D-48BD-BDCB-FCE2762651FB}" destId="{0EA16EB6-D65F-466E-998A-63407B137FC9}" srcOrd="0" destOrd="0" parTransId="{A140CEE4-D998-4A80-A5A2-D59ECF4DADBC}" sibTransId="{A38ED58A-2360-45A4-AA58-4E2796D81191}"/>
    <dgm:cxn modelId="{D846147D-9D55-45F7-8899-501E0BF24C97}" type="presOf" srcId="{DC64219C-72D4-4EFA-9936-F0BEEAF3B81F}" destId="{539EDDC0-7CCC-4055-A9E4-05B240F5C1AD}" srcOrd="0" destOrd="0" presId="urn:microsoft.com/office/officeart/2018/2/layout/IconVerticalSolidList"/>
    <dgm:cxn modelId="{A5B41B7D-D580-4B37-A29E-B8C2AF97B299}" type="presOf" srcId="{62E92F21-8C5D-48BD-BDCB-FCE2762651FB}" destId="{C502E4B1-E714-4247-847B-17A6A6F148BB}" srcOrd="0" destOrd="0" presId="urn:microsoft.com/office/officeart/2018/2/layout/IconVerticalSolidList"/>
    <dgm:cxn modelId="{6D4A05D1-958A-4AE1-B0C0-356E3A5563C0}" type="presOf" srcId="{3EA59548-7D8D-4C4C-A446-682848BBA6E2}" destId="{4755A551-15B3-4FCA-8BA7-860DDC1B3CB9}" srcOrd="0" destOrd="0" presId="urn:microsoft.com/office/officeart/2018/2/layout/IconVerticalSolidList"/>
    <dgm:cxn modelId="{46D09DEE-DB97-4DFF-ABF8-21B096FFBCBE}" srcId="{62E92F21-8C5D-48BD-BDCB-FCE2762651FB}" destId="{C8458EA4-9C92-43BC-8A80-895CF0204999}" srcOrd="2" destOrd="0" parTransId="{DB43A348-124B-46A3-9906-0BEFA30CB272}" sibTransId="{DDB62E0D-2A25-4765-B64C-09AFB8B1D4A8}"/>
    <dgm:cxn modelId="{8173DEF6-F0C7-47F1-8AB8-176D1CC7D44E}" type="presOf" srcId="{0EA16EB6-D65F-466E-998A-63407B137FC9}" destId="{FB68533C-12D6-4A72-8485-86E3549CF779}" srcOrd="0" destOrd="0" presId="urn:microsoft.com/office/officeart/2018/2/layout/IconVerticalSolidList"/>
    <dgm:cxn modelId="{DBC404F9-83A8-4B47-A5DB-E592503377A7}" srcId="{62E92F21-8C5D-48BD-BDCB-FCE2762651FB}" destId="{DC64219C-72D4-4EFA-9936-F0BEEAF3B81F}" srcOrd="1" destOrd="0" parTransId="{16F0E872-DEA7-4536-B133-0B630FCB88EE}" sibTransId="{CC070ED8-1946-4DDB-A210-87937D5C3D37}"/>
    <dgm:cxn modelId="{D77483FA-5B25-4543-AE01-7997463E3795}" type="presOf" srcId="{C8458EA4-9C92-43BC-8A80-895CF0204999}" destId="{4BC1A5F1-05B8-4AFB-A5AC-7FC67FAA6DE7}" srcOrd="0" destOrd="0" presId="urn:microsoft.com/office/officeart/2018/2/layout/IconVerticalSolidList"/>
    <dgm:cxn modelId="{4A0C693A-2068-4F38-846A-1632855BC680}" type="presParOf" srcId="{C502E4B1-E714-4247-847B-17A6A6F148BB}" destId="{243AD335-7643-4A99-9620-C684505425A6}" srcOrd="0" destOrd="0" presId="urn:microsoft.com/office/officeart/2018/2/layout/IconVerticalSolidList"/>
    <dgm:cxn modelId="{51D385A0-04ED-4BF8-8549-64AEB840905C}" type="presParOf" srcId="{243AD335-7643-4A99-9620-C684505425A6}" destId="{790EEAB3-A18B-44F8-806B-D51D3F236BD4}" srcOrd="0" destOrd="0" presId="urn:microsoft.com/office/officeart/2018/2/layout/IconVerticalSolidList"/>
    <dgm:cxn modelId="{D7D98375-94FE-44BB-B446-546F5A198546}" type="presParOf" srcId="{243AD335-7643-4A99-9620-C684505425A6}" destId="{530E6AD9-8A13-4BB7-961F-A1A34B552A75}" srcOrd="1" destOrd="0" presId="urn:microsoft.com/office/officeart/2018/2/layout/IconVerticalSolidList"/>
    <dgm:cxn modelId="{B01799F0-460E-423F-82F5-BE1262EA0E32}" type="presParOf" srcId="{243AD335-7643-4A99-9620-C684505425A6}" destId="{510A044F-E0C1-444C-9CF7-4E54F7B90813}" srcOrd="2" destOrd="0" presId="urn:microsoft.com/office/officeart/2018/2/layout/IconVerticalSolidList"/>
    <dgm:cxn modelId="{1EEB31EC-19DE-494C-AC3F-5D15E636AFE2}" type="presParOf" srcId="{243AD335-7643-4A99-9620-C684505425A6}" destId="{FB68533C-12D6-4A72-8485-86E3549CF779}" srcOrd="3" destOrd="0" presId="urn:microsoft.com/office/officeart/2018/2/layout/IconVerticalSolidList"/>
    <dgm:cxn modelId="{C6D1C1A7-3ABC-4B61-884A-D28509AE7F75}" type="presParOf" srcId="{C502E4B1-E714-4247-847B-17A6A6F148BB}" destId="{40EFA6C1-0AF7-4457-94EE-3DA600582570}" srcOrd="1" destOrd="0" presId="urn:microsoft.com/office/officeart/2018/2/layout/IconVerticalSolidList"/>
    <dgm:cxn modelId="{91707D81-2FF5-433F-90AE-4350D90C644B}" type="presParOf" srcId="{C502E4B1-E714-4247-847B-17A6A6F148BB}" destId="{EFF819EB-C5AB-49E4-B943-C2CD52BA7845}" srcOrd="2" destOrd="0" presId="urn:microsoft.com/office/officeart/2018/2/layout/IconVerticalSolidList"/>
    <dgm:cxn modelId="{242B9ADF-1FF1-42CD-B443-50653503D947}" type="presParOf" srcId="{EFF819EB-C5AB-49E4-B943-C2CD52BA7845}" destId="{13090E9C-1896-4DF7-AFFD-297C32DD6DA7}" srcOrd="0" destOrd="0" presId="urn:microsoft.com/office/officeart/2018/2/layout/IconVerticalSolidList"/>
    <dgm:cxn modelId="{968258C7-FB1D-48C0-B620-09412F1ADCE0}" type="presParOf" srcId="{EFF819EB-C5AB-49E4-B943-C2CD52BA7845}" destId="{1637BF65-1A97-46E8-AA9C-94CDDDF40320}" srcOrd="1" destOrd="0" presId="urn:microsoft.com/office/officeart/2018/2/layout/IconVerticalSolidList"/>
    <dgm:cxn modelId="{AC555A94-6FFE-44F3-8926-83AE1AEECAF6}" type="presParOf" srcId="{EFF819EB-C5AB-49E4-B943-C2CD52BA7845}" destId="{DE80FBB5-84F9-4203-9130-EC912C6E85D5}" srcOrd="2" destOrd="0" presId="urn:microsoft.com/office/officeart/2018/2/layout/IconVerticalSolidList"/>
    <dgm:cxn modelId="{5C27AF38-BB26-4122-B1F1-45B23479338C}" type="presParOf" srcId="{EFF819EB-C5AB-49E4-B943-C2CD52BA7845}" destId="{539EDDC0-7CCC-4055-A9E4-05B240F5C1AD}" srcOrd="3" destOrd="0" presId="urn:microsoft.com/office/officeart/2018/2/layout/IconVerticalSolidList"/>
    <dgm:cxn modelId="{997A4813-02B6-4819-A91D-D40907C03338}" type="presParOf" srcId="{C502E4B1-E714-4247-847B-17A6A6F148BB}" destId="{BEF5CAC1-DB8F-41DA-BD7A-C76C4854689F}" srcOrd="3" destOrd="0" presId="urn:microsoft.com/office/officeart/2018/2/layout/IconVerticalSolidList"/>
    <dgm:cxn modelId="{F27395C1-528D-4BAE-A129-0A655208E7A8}" type="presParOf" srcId="{C502E4B1-E714-4247-847B-17A6A6F148BB}" destId="{97707356-762D-4BFC-B243-77033D8A61DB}" srcOrd="4" destOrd="0" presId="urn:microsoft.com/office/officeart/2018/2/layout/IconVerticalSolidList"/>
    <dgm:cxn modelId="{B7BD1447-94BB-4CDD-A3E7-311B33DC61C6}" type="presParOf" srcId="{97707356-762D-4BFC-B243-77033D8A61DB}" destId="{E12B67B1-CAFF-4FE4-9C35-C8D166953562}" srcOrd="0" destOrd="0" presId="urn:microsoft.com/office/officeart/2018/2/layout/IconVerticalSolidList"/>
    <dgm:cxn modelId="{986561A1-A321-433D-88A0-63803AE04923}" type="presParOf" srcId="{97707356-762D-4BFC-B243-77033D8A61DB}" destId="{704DBC21-F45C-4389-BE69-1B8389BE80A2}" srcOrd="1" destOrd="0" presId="urn:microsoft.com/office/officeart/2018/2/layout/IconVerticalSolidList"/>
    <dgm:cxn modelId="{C36E84F9-9736-4ADE-A967-634E0B153797}" type="presParOf" srcId="{97707356-762D-4BFC-B243-77033D8A61DB}" destId="{7493E305-D9AB-4E2D-8CC3-F3AA824770E1}" srcOrd="2" destOrd="0" presId="urn:microsoft.com/office/officeart/2018/2/layout/IconVerticalSolidList"/>
    <dgm:cxn modelId="{20A076DD-9ECF-40D8-BE18-FCBFEBBDDCEA}" type="presParOf" srcId="{97707356-762D-4BFC-B243-77033D8A61DB}" destId="{4BC1A5F1-05B8-4AFB-A5AC-7FC67FAA6DE7}" srcOrd="3" destOrd="0" presId="urn:microsoft.com/office/officeart/2018/2/layout/IconVerticalSolidList"/>
    <dgm:cxn modelId="{5942A672-B662-4F60-B99E-9CDD0AD99F3E}" type="presParOf" srcId="{C502E4B1-E714-4247-847B-17A6A6F148BB}" destId="{99628C07-C80B-4EED-ACB3-16933F9B63D5}" srcOrd="5" destOrd="0" presId="urn:microsoft.com/office/officeart/2018/2/layout/IconVerticalSolidList"/>
    <dgm:cxn modelId="{AB4A1A76-B098-4CE1-B63B-2600F74306C8}" type="presParOf" srcId="{C502E4B1-E714-4247-847B-17A6A6F148BB}" destId="{69A1B145-5A76-4D8A-87A8-3B167A2F4F20}" srcOrd="6" destOrd="0" presId="urn:microsoft.com/office/officeart/2018/2/layout/IconVerticalSolidList"/>
    <dgm:cxn modelId="{191C3A6C-C166-4D35-A96E-7C15E6CF0A7F}" type="presParOf" srcId="{69A1B145-5A76-4D8A-87A8-3B167A2F4F20}" destId="{504CC779-E30E-4F6B-8A8C-662BFA46391F}" srcOrd="0" destOrd="0" presId="urn:microsoft.com/office/officeart/2018/2/layout/IconVerticalSolidList"/>
    <dgm:cxn modelId="{5B1133FF-F433-47ED-A9C8-56B3BCD4EBA2}" type="presParOf" srcId="{69A1B145-5A76-4D8A-87A8-3B167A2F4F20}" destId="{D782DD7B-2E13-4C1D-BA3B-32F76F05D284}" srcOrd="1" destOrd="0" presId="urn:microsoft.com/office/officeart/2018/2/layout/IconVerticalSolidList"/>
    <dgm:cxn modelId="{C2944582-E07B-436B-8A8F-BE4CB4AF271C}" type="presParOf" srcId="{69A1B145-5A76-4D8A-87A8-3B167A2F4F20}" destId="{8A367C79-EF35-410A-BCE4-592EE6F7CC00}" srcOrd="2" destOrd="0" presId="urn:microsoft.com/office/officeart/2018/2/layout/IconVerticalSolidList"/>
    <dgm:cxn modelId="{294F5C23-7825-4A86-9F35-891C021D9180}" type="presParOf" srcId="{69A1B145-5A76-4D8A-87A8-3B167A2F4F20}" destId="{4755A551-15B3-4FCA-8BA7-860DDC1B3CB9}" srcOrd="3" destOrd="0" presId="urn:microsoft.com/office/officeart/2018/2/layout/IconVerticalSolidList"/>
    <dgm:cxn modelId="{0B61470C-E58D-4BD4-81B6-DBD3A8F82938}" type="presParOf" srcId="{C502E4B1-E714-4247-847B-17A6A6F148BB}" destId="{039194A6-1B06-4992-8D51-ECDC993B0224}" srcOrd="7" destOrd="0" presId="urn:microsoft.com/office/officeart/2018/2/layout/IconVerticalSolidList"/>
    <dgm:cxn modelId="{EAB59EB0-C109-495D-9BAB-B640484FA108}" type="presParOf" srcId="{C502E4B1-E714-4247-847B-17A6A6F148BB}" destId="{74A0CE85-5DFB-4D6A-9E05-82977691E7DF}" srcOrd="8" destOrd="0" presId="urn:microsoft.com/office/officeart/2018/2/layout/IconVerticalSolidList"/>
    <dgm:cxn modelId="{272D3A4F-17BB-4E3D-8DF0-7C50E025ACD1}" type="presParOf" srcId="{74A0CE85-5DFB-4D6A-9E05-82977691E7DF}" destId="{08C1D0B3-16E2-4C04-AD6E-90BFFDA7D1C1}" srcOrd="0" destOrd="0" presId="urn:microsoft.com/office/officeart/2018/2/layout/IconVerticalSolidList"/>
    <dgm:cxn modelId="{D47928C6-41E9-45DE-9677-C59142CF6918}" type="presParOf" srcId="{74A0CE85-5DFB-4D6A-9E05-82977691E7DF}" destId="{5E18239A-7A6F-444F-8FA7-311C9A29A522}" srcOrd="1" destOrd="0" presId="urn:microsoft.com/office/officeart/2018/2/layout/IconVerticalSolidList"/>
    <dgm:cxn modelId="{79B57A4B-C6C2-4F27-A588-2B0D1084056E}" type="presParOf" srcId="{74A0CE85-5DFB-4D6A-9E05-82977691E7DF}" destId="{B1A618B1-97F6-4E46-95B6-65DEAD8EF8CA}" srcOrd="2" destOrd="0" presId="urn:microsoft.com/office/officeart/2018/2/layout/IconVerticalSolidList"/>
    <dgm:cxn modelId="{D4FDB985-8EC0-406A-A209-47389A5FDEF7}" type="presParOf" srcId="{74A0CE85-5DFB-4D6A-9E05-82977691E7DF}" destId="{72AE4A4A-5413-4B8C-A207-AE325CA9B06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D7731A7-EAAE-49FD-B5DB-FFA70B1206D0}"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230E3695-7E83-4D4E-9E47-B617620630A2}">
      <dgm:prSet/>
      <dgm:spPr>
        <a:xfrm>
          <a:off x="295671" y="3353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b="1" dirty="0">
              <a:solidFill>
                <a:sysClr val="window" lastClr="FFFFFF"/>
              </a:solidFill>
              <a:latin typeface="Gill Sans MT" panose="020B0502020104020203"/>
              <a:ea typeface="+mn-ea"/>
              <a:cs typeface="+mn-cs"/>
            </a:rPr>
            <a:t>STEP 4: FEATURE ENGINEERING</a:t>
          </a:r>
          <a:endParaRPr lang="en-US" dirty="0">
            <a:solidFill>
              <a:sysClr val="window" lastClr="FFFFFF"/>
            </a:solidFill>
            <a:latin typeface="Gill Sans MT" panose="020B0502020104020203"/>
            <a:ea typeface="+mn-ea"/>
            <a:cs typeface="+mn-cs"/>
          </a:endParaRPr>
        </a:p>
      </dgm:t>
    </dgm:pt>
    <dgm:pt modelId="{D5926815-44D2-422E-B98F-E3699D464337}" type="parTrans" cxnId="{13D8F902-8276-4018-B4BB-D3435205817D}">
      <dgm:prSet/>
      <dgm:spPr/>
      <dgm:t>
        <a:bodyPr/>
        <a:lstStyle/>
        <a:p>
          <a:endParaRPr lang="en-US"/>
        </a:p>
      </dgm:t>
    </dgm:pt>
    <dgm:pt modelId="{A12F1D8F-FC26-4374-80C9-D10C77240540}" type="sibTrans" cxnId="{13D8F902-8276-4018-B4BB-D3435205817D}">
      <dgm:prSet/>
      <dgm:spPr/>
      <dgm:t>
        <a:bodyPr/>
        <a:lstStyle/>
        <a:p>
          <a:endParaRPr lang="en-US"/>
        </a:p>
      </dgm:t>
    </dgm:pt>
    <dgm:pt modelId="{88A6E631-45A7-4956-86D2-53E48F932AA0}">
      <dgm:prSet custT="1"/>
      <dgm:spPr>
        <a:xfrm>
          <a:off x="295671" y="98609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sz="1600" dirty="0">
              <a:solidFill>
                <a:sysClr val="window" lastClr="FFFFFF"/>
              </a:solidFill>
              <a:latin typeface="Gill Sans MT" panose="020B0502020104020203"/>
              <a:ea typeface="+mn-ea"/>
              <a:cs typeface="+mn-cs"/>
            </a:rPr>
            <a:t>Identify the relevant data</a:t>
          </a:r>
        </a:p>
      </dgm:t>
    </dgm:pt>
    <dgm:pt modelId="{2DDDE282-AC74-4D81-910C-BBC57C643AC8}" type="parTrans" cxnId="{629AD4D1-F6C2-4AA6-A617-C36F056D7DEA}">
      <dgm:prSet/>
      <dgm:spPr/>
      <dgm:t>
        <a:bodyPr/>
        <a:lstStyle/>
        <a:p>
          <a:endParaRPr lang="en-US"/>
        </a:p>
      </dgm:t>
    </dgm:pt>
    <dgm:pt modelId="{563A90B4-35EF-449D-8479-2704BFFCB101}" type="sibTrans" cxnId="{629AD4D1-F6C2-4AA6-A617-C36F056D7DEA}">
      <dgm:prSet/>
      <dgm:spPr/>
      <dgm:t>
        <a:bodyPr/>
        <a:lstStyle/>
        <a:p>
          <a:endParaRPr lang="en-US"/>
        </a:p>
      </dgm:t>
    </dgm:pt>
    <dgm:pt modelId="{AEF65F7A-364E-4F2F-8D76-A61361469832}">
      <dgm:prSet/>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Font typeface="Arial" panose="020B0604020202020204" pitchFamily="34" charset="0"/>
            <a:buChar char="•"/>
          </a:pPr>
          <a:r>
            <a:rPr lang="en-US" b="1" i="0" dirty="0"/>
            <a:t>Feature Selection: </a:t>
          </a:r>
          <a:r>
            <a:rPr lang="en-US" b="0" i="0" dirty="0"/>
            <a:t>Choose the most relevant features by examining their correlation with the target variable and their importance in the context of the business problem. </a:t>
          </a:r>
          <a:endParaRPr lang="en-US" dirty="0">
            <a:solidFill>
              <a:sysClr val="windowText" lastClr="000000">
                <a:hueOff val="0"/>
                <a:satOff val="0"/>
                <a:lumOff val="0"/>
                <a:alphaOff val="0"/>
              </a:sysClr>
            </a:solidFill>
            <a:latin typeface="Gill Sans MT" panose="020B0502020104020203"/>
            <a:ea typeface="+mn-ea"/>
            <a:cs typeface="+mn-cs"/>
          </a:endParaRPr>
        </a:p>
      </dgm:t>
    </dgm:pt>
    <dgm:pt modelId="{567D0794-91B6-45D4-A18A-0653B4FE8B72}" type="parTrans" cxnId="{8DFF67AA-9129-411B-AB3F-CDD2CDCC7CD2}">
      <dgm:prSet/>
      <dgm:spPr/>
      <dgm:t>
        <a:bodyPr/>
        <a:lstStyle/>
        <a:p>
          <a:endParaRPr lang="en-US"/>
        </a:p>
      </dgm:t>
    </dgm:pt>
    <dgm:pt modelId="{F89FA053-490C-41D8-A865-06078B86220D}" type="sibTrans" cxnId="{8DFF67AA-9129-411B-AB3F-CDD2CDCC7CD2}">
      <dgm:prSet/>
      <dgm:spPr/>
      <dgm:t>
        <a:bodyPr/>
        <a:lstStyle/>
        <a:p>
          <a:endParaRPr lang="en-US"/>
        </a:p>
      </dgm:t>
    </dgm:pt>
    <dgm:pt modelId="{BFDC7AF1-5D0B-401F-8882-AF9AF7735B5D}">
      <dgm:prSet/>
      <dgm:spPr/>
      <dgm:t>
        <a:bodyPr/>
        <a:lstStyle/>
        <a:p>
          <a:pPr>
            <a:buFont typeface="Arial" panose="020B0604020202020204" pitchFamily="34" charset="0"/>
            <a:buChar char="•"/>
          </a:pPr>
          <a:r>
            <a:rPr lang="en-US" b="1" i="0" dirty="0"/>
            <a:t>Feature Encoding: </a:t>
          </a:r>
          <a:endParaRPr lang="en-US" b="0" i="0" dirty="0"/>
        </a:p>
      </dgm:t>
    </dgm:pt>
    <dgm:pt modelId="{580CA436-9DB2-4282-9A3F-A1531245DEB6}" type="parTrans" cxnId="{9C2BAD4B-8FD6-4F96-8AE2-32F93A6D1C79}">
      <dgm:prSet/>
      <dgm:spPr/>
      <dgm:t>
        <a:bodyPr/>
        <a:lstStyle/>
        <a:p>
          <a:endParaRPr lang="en-US"/>
        </a:p>
      </dgm:t>
    </dgm:pt>
    <dgm:pt modelId="{AE530EEE-B112-45FF-B35D-9F285E9F7512}" type="sibTrans" cxnId="{9C2BAD4B-8FD6-4F96-8AE2-32F93A6D1C79}">
      <dgm:prSet/>
      <dgm:spPr/>
      <dgm:t>
        <a:bodyPr/>
        <a:lstStyle/>
        <a:p>
          <a:endParaRPr lang="en-US"/>
        </a:p>
      </dgm:t>
    </dgm:pt>
    <dgm:pt modelId="{839255C6-EE93-41A7-90F6-35656A5C9EF4}">
      <dgm:prSet/>
      <dgm:spPr/>
      <dgm:t>
        <a:bodyPr/>
        <a:lstStyle/>
        <a:p>
          <a:pPr>
            <a:buFont typeface="Arial" panose="020B0604020202020204" pitchFamily="34" charset="0"/>
            <a:buChar char="•"/>
          </a:pPr>
          <a:r>
            <a:rPr lang="en-US" b="0" i="0" dirty="0"/>
            <a:t>Label encoding used for an ordinal variables such as Priority, Impact, Urgency and  Knowledge.</a:t>
          </a:r>
        </a:p>
      </dgm:t>
    </dgm:pt>
    <dgm:pt modelId="{2CE394A7-CEDD-4572-84A9-039515C31663}" type="parTrans" cxnId="{60FED0AE-E5D0-44BA-BAB7-54E2F8F43776}">
      <dgm:prSet/>
      <dgm:spPr/>
      <dgm:t>
        <a:bodyPr/>
        <a:lstStyle/>
        <a:p>
          <a:endParaRPr lang="en-US"/>
        </a:p>
      </dgm:t>
    </dgm:pt>
    <dgm:pt modelId="{5C7C94F2-541D-4876-A4F1-3A6B2516A0A2}" type="sibTrans" cxnId="{60FED0AE-E5D0-44BA-BAB7-54E2F8F43776}">
      <dgm:prSet/>
      <dgm:spPr/>
      <dgm:t>
        <a:bodyPr/>
        <a:lstStyle/>
        <a:p>
          <a:endParaRPr lang="en-US"/>
        </a:p>
      </dgm:t>
    </dgm:pt>
    <dgm:pt modelId="{9CBE79C7-4445-4E46-9B0D-089F19D2B42A}">
      <dgm:prSet/>
      <dgm:spPr/>
      <dgm:t>
        <a:bodyPr/>
        <a:lstStyle/>
        <a:p>
          <a:pPr>
            <a:buFont typeface="Arial" panose="020B0604020202020204" pitchFamily="34" charset="0"/>
            <a:buChar char="•"/>
          </a:pPr>
          <a:r>
            <a:rPr lang="en-US" b="0" i="0" dirty="0"/>
            <a:t>One-hot encoding used for a nominal variables such as Category and Assignment Group.</a:t>
          </a:r>
        </a:p>
      </dgm:t>
    </dgm:pt>
    <dgm:pt modelId="{68192B1A-A2C6-4CB6-A129-130BDA07DEBB}" type="sibTrans" cxnId="{3C8622F4-5E36-4DCE-A5C7-B2D1EB8D32F5}">
      <dgm:prSet/>
      <dgm:spPr/>
      <dgm:t>
        <a:bodyPr/>
        <a:lstStyle/>
        <a:p>
          <a:endParaRPr lang="en-US"/>
        </a:p>
      </dgm:t>
    </dgm:pt>
    <dgm:pt modelId="{9F0E8690-69B1-48EB-ADFD-FA109DF0E203}" type="parTrans" cxnId="{3C8622F4-5E36-4DCE-A5C7-B2D1EB8D32F5}">
      <dgm:prSet/>
      <dgm:spPr/>
      <dgm:t>
        <a:bodyPr/>
        <a:lstStyle/>
        <a:p>
          <a:endParaRPr lang="en-US"/>
        </a:p>
      </dgm:t>
    </dgm:pt>
    <dgm:pt modelId="{E2156E2A-AE87-4216-9754-C4FCE06C1BF9}" type="pres">
      <dgm:prSet presAssocID="{1D7731A7-EAAE-49FD-B5DB-FFA70B1206D0}" presName="linear" presStyleCnt="0">
        <dgm:presLayoutVars>
          <dgm:dir/>
          <dgm:animLvl val="lvl"/>
          <dgm:resizeHandles val="exact"/>
        </dgm:presLayoutVars>
      </dgm:prSet>
      <dgm:spPr/>
    </dgm:pt>
    <dgm:pt modelId="{E24388B3-3B80-4A06-9871-E336F8245635}" type="pres">
      <dgm:prSet presAssocID="{230E3695-7E83-4D4E-9E47-B617620630A2}" presName="parentLin" presStyleCnt="0"/>
      <dgm:spPr/>
    </dgm:pt>
    <dgm:pt modelId="{C27F777C-7969-400A-AD35-70B1323FCCE7}" type="pres">
      <dgm:prSet presAssocID="{230E3695-7E83-4D4E-9E47-B617620630A2}" presName="parentLeftMargin" presStyleLbl="node1" presStyleIdx="0" presStyleCnt="2"/>
      <dgm:spPr/>
    </dgm:pt>
    <dgm:pt modelId="{F2DE48DC-D812-4C38-8ED4-5F32E0D0D439}" type="pres">
      <dgm:prSet presAssocID="{230E3695-7E83-4D4E-9E47-B617620630A2}" presName="parentText" presStyleLbl="node1" presStyleIdx="0" presStyleCnt="2">
        <dgm:presLayoutVars>
          <dgm:chMax val="0"/>
          <dgm:bulletEnabled val="1"/>
        </dgm:presLayoutVars>
      </dgm:prSet>
      <dgm:spPr/>
    </dgm:pt>
    <dgm:pt modelId="{F290DD84-9B63-4076-84B3-D22B35498A5B}" type="pres">
      <dgm:prSet presAssocID="{230E3695-7E83-4D4E-9E47-B617620630A2}" presName="negativeSpace" presStyleCnt="0"/>
      <dgm:spPr/>
    </dgm:pt>
    <dgm:pt modelId="{8ECC8D4B-5D5B-4360-80F4-1C99328739A6}" type="pres">
      <dgm:prSet presAssocID="{230E3695-7E83-4D4E-9E47-B617620630A2}" presName="childText" presStyleLbl="conFgAcc1" presStyleIdx="0" presStyleCnt="2">
        <dgm:presLayoutVars>
          <dgm:bulletEnabled val="1"/>
        </dgm:presLayoutVars>
      </dgm:prSet>
      <dgm:spPr>
        <a:xfrm>
          <a:off x="0" y="343493"/>
          <a:ext cx="5913437" cy="5292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pt>
    <dgm:pt modelId="{51797AB8-2200-4DAA-9CB9-BF121B01D1C9}" type="pres">
      <dgm:prSet presAssocID="{A12F1D8F-FC26-4374-80C9-D10C77240540}" presName="spaceBetweenRectangles" presStyleCnt="0"/>
      <dgm:spPr/>
    </dgm:pt>
    <dgm:pt modelId="{86C8BB65-8027-4C1B-97D0-921B8B7FE8E1}" type="pres">
      <dgm:prSet presAssocID="{88A6E631-45A7-4956-86D2-53E48F932AA0}" presName="parentLin" presStyleCnt="0"/>
      <dgm:spPr/>
    </dgm:pt>
    <dgm:pt modelId="{753187A9-9F60-4CC3-88DB-3D1B9C1AFCE1}" type="pres">
      <dgm:prSet presAssocID="{88A6E631-45A7-4956-86D2-53E48F932AA0}" presName="parentLeftMargin" presStyleLbl="node1" presStyleIdx="0" presStyleCnt="2"/>
      <dgm:spPr/>
    </dgm:pt>
    <dgm:pt modelId="{78EC5B2D-707F-483D-8059-1D059F2AB2C9}" type="pres">
      <dgm:prSet presAssocID="{88A6E631-45A7-4956-86D2-53E48F932AA0}" presName="parentText" presStyleLbl="node1" presStyleIdx="1" presStyleCnt="2" custLinFactNeighborX="3819">
        <dgm:presLayoutVars>
          <dgm:chMax val="0"/>
          <dgm:bulletEnabled val="1"/>
        </dgm:presLayoutVars>
      </dgm:prSet>
      <dgm:spPr/>
    </dgm:pt>
    <dgm:pt modelId="{76897006-ACAC-420A-BA6D-7654393729D3}" type="pres">
      <dgm:prSet presAssocID="{88A6E631-45A7-4956-86D2-53E48F932AA0}" presName="negativeSpace" presStyleCnt="0"/>
      <dgm:spPr/>
    </dgm:pt>
    <dgm:pt modelId="{12B13F37-F79C-4462-A14F-29C90F6BD9E6}" type="pres">
      <dgm:prSet presAssocID="{88A6E631-45A7-4956-86D2-53E48F932AA0}" presName="childText" presStyleLbl="conFgAcc1" presStyleIdx="1" presStyleCnt="2" custScaleX="100000" custScaleY="83688">
        <dgm:presLayoutVars>
          <dgm:bulletEnabled val="1"/>
        </dgm:presLayoutVars>
      </dgm:prSet>
      <dgm:spPr/>
    </dgm:pt>
  </dgm:ptLst>
  <dgm:cxnLst>
    <dgm:cxn modelId="{453D1500-AA6A-4C0D-AEE3-260C60A4084F}" type="presOf" srcId="{9CBE79C7-4445-4E46-9B0D-089F19D2B42A}" destId="{12B13F37-F79C-4462-A14F-29C90F6BD9E6}" srcOrd="0" destOrd="3" presId="urn:microsoft.com/office/officeart/2005/8/layout/list1"/>
    <dgm:cxn modelId="{13D8F902-8276-4018-B4BB-D3435205817D}" srcId="{1D7731A7-EAAE-49FD-B5DB-FFA70B1206D0}" destId="{230E3695-7E83-4D4E-9E47-B617620630A2}" srcOrd="0" destOrd="0" parTransId="{D5926815-44D2-422E-B98F-E3699D464337}" sibTransId="{A12F1D8F-FC26-4374-80C9-D10C77240540}"/>
    <dgm:cxn modelId="{24966C4B-CC89-4228-8692-3F620BC5DA1A}" type="presOf" srcId="{88A6E631-45A7-4956-86D2-53E48F932AA0}" destId="{78EC5B2D-707F-483D-8059-1D059F2AB2C9}" srcOrd="1" destOrd="0" presId="urn:microsoft.com/office/officeart/2005/8/layout/list1"/>
    <dgm:cxn modelId="{9C2BAD4B-8FD6-4F96-8AE2-32F93A6D1C79}" srcId="{88A6E631-45A7-4956-86D2-53E48F932AA0}" destId="{BFDC7AF1-5D0B-401F-8882-AF9AF7735B5D}" srcOrd="1" destOrd="0" parTransId="{580CA436-9DB2-4282-9A3F-A1531245DEB6}" sibTransId="{AE530EEE-B112-45FF-B35D-9F285E9F7512}"/>
    <dgm:cxn modelId="{A6BB8955-240C-4D70-8AF0-81C97EFA4F1F}" type="presOf" srcId="{230E3695-7E83-4D4E-9E47-B617620630A2}" destId="{F2DE48DC-D812-4C38-8ED4-5F32E0D0D439}" srcOrd="1" destOrd="0" presId="urn:microsoft.com/office/officeart/2005/8/layout/list1"/>
    <dgm:cxn modelId="{DB83367C-7EAF-4D33-8547-E55145068A14}" type="presOf" srcId="{AEF65F7A-364E-4F2F-8D76-A61361469832}" destId="{12B13F37-F79C-4462-A14F-29C90F6BD9E6}" srcOrd="0" destOrd="0" presId="urn:microsoft.com/office/officeart/2005/8/layout/list1"/>
    <dgm:cxn modelId="{D081D77E-E8B3-4D92-AFFB-C7CB013F8067}" type="presOf" srcId="{230E3695-7E83-4D4E-9E47-B617620630A2}" destId="{C27F777C-7969-400A-AD35-70B1323FCCE7}" srcOrd="0" destOrd="0" presId="urn:microsoft.com/office/officeart/2005/8/layout/list1"/>
    <dgm:cxn modelId="{8DFF67AA-9129-411B-AB3F-CDD2CDCC7CD2}" srcId="{88A6E631-45A7-4956-86D2-53E48F932AA0}" destId="{AEF65F7A-364E-4F2F-8D76-A61361469832}" srcOrd="0" destOrd="0" parTransId="{567D0794-91B6-45D4-A18A-0653B4FE8B72}" sibTransId="{F89FA053-490C-41D8-A865-06078B86220D}"/>
    <dgm:cxn modelId="{60FED0AE-E5D0-44BA-BAB7-54E2F8F43776}" srcId="{BFDC7AF1-5D0B-401F-8882-AF9AF7735B5D}" destId="{839255C6-EE93-41A7-90F6-35656A5C9EF4}" srcOrd="0" destOrd="0" parTransId="{2CE394A7-CEDD-4572-84A9-039515C31663}" sibTransId="{5C7C94F2-541D-4876-A4F1-3A6B2516A0A2}"/>
    <dgm:cxn modelId="{2C40F5CB-E80F-4807-80F5-88F7E7ED7937}" type="presOf" srcId="{88A6E631-45A7-4956-86D2-53E48F932AA0}" destId="{753187A9-9F60-4CC3-88DB-3D1B9C1AFCE1}" srcOrd="0" destOrd="0" presId="urn:microsoft.com/office/officeart/2005/8/layout/list1"/>
    <dgm:cxn modelId="{DFF6D9CC-4E3C-458D-AA97-C9415E039D32}" type="presOf" srcId="{839255C6-EE93-41A7-90F6-35656A5C9EF4}" destId="{12B13F37-F79C-4462-A14F-29C90F6BD9E6}" srcOrd="0" destOrd="2" presId="urn:microsoft.com/office/officeart/2005/8/layout/list1"/>
    <dgm:cxn modelId="{3FD44FD1-DA6F-4A61-BFE9-1246BEE4A09E}" type="presOf" srcId="{1D7731A7-EAAE-49FD-B5DB-FFA70B1206D0}" destId="{E2156E2A-AE87-4216-9754-C4FCE06C1BF9}" srcOrd="0" destOrd="0" presId="urn:microsoft.com/office/officeart/2005/8/layout/list1"/>
    <dgm:cxn modelId="{629AD4D1-F6C2-4AA6-A617-C36F056D7DEA}" srcId="{1D7731A7-EAAE-49FD-B5DB-FFA70B1206D0}" destId="{88A6E631-45A7-4956-86D2-53E48F932AA0}" srcOrd="1" destOrd="0" parTransId="{2DDDE282-AC74-4D81-910C-BBC57C643AC8}" sibTransId="{563A90B4-35EF-449D-8479-2704BFFCB101}"/>
    <dgm:cxn modelId="{400675E5-6678-4926-A5C5-43A44C55395E}" type="presOf" srcId="{BFDC7AF1-5D0B-401F-8882-AF9AF7735B5D}" destId="{12B13F37-F79C-4462-A14F-29C90F6BD9E6}" srcOrd="0" destOrd="1" presId="urn:microsoft.com/office/officeart/2005/8/layout/list1"/>
    <dgm:cxn modelId="{3C8622F4-5E36-4DCE-A5C7-B2D1EB8D32F5}" srcId="{BFDC7AF1-5D0B-401F-8882-AF9AF7735B5D}" destId="{9CBE79C7-4445-4E46-9B0D-089F19D2B42A}" srcOrd="1" destOrd="0" parTransId="{9F0E8690-69B1-48EB-ADFD-FA109DF0E203}" sibTransId="{68192B1A-A2C6-4CB6-A129-130BDA07DEBB}"/>
    <dgm:cxn modelId="{016806C2-01B9-496C-B7A6-37BFA10F8612}" type="presParOf" srcId="{E2156E2A-AE87-4216-9754-C4FCE06C1BF9}" destId="{E24388B3-3B80-4A06-9871-E336F8245635}" srcOrd="0" destOrd="0" presId="urn:microsoft.com/office/officeart/2005/8/layout/list1"/>
    <dgm:cxn modelId="{3FDAB9C6-87A1-49A5-8988-347E59375ECD}" type="presParOf" srcId="{E24388B3-3B80-4A06-9871-E336F8245635}" destId="{C27F777C-7969-400A-AD35-70B1323FCCE7}" srcOrd="0" destOrd="0" presId="urn:microsoft.com/office/officeart/2005/8/layout/list1"/>
    <dgm:cxn modelId="{888A5BD6-AF01-4235-95D9-87B69A8CE998}" type="presParOf" srcId="{E24388B3-3B80-4A06-9871-E336F8245635}" destId="{F2DE48DC-D812-4C38-8ED4-5F32E0D0D439}" srcOrd="1" destOrd="0" presId="urn:microsoft.com/office/officeart/2005/8/layout/list1"/>
    <dgm:cxn modelId="{A105625B-E4EE-44DC-AFB5-6D3B2CD54C9A}" type="presParOf" srcId="{E2156E2A-AE87-4216-9754-C4FCE06C1BF9}" destId="{F290DD84-9B63-4076-84B3-D22B35498A5B}" srcOrd="1" destOrd="0" presId="urn:microsoft.com/office/officeart/2005/8/layout/list1"/>
    <dgm:cxn modelId="{9AA554FD-75B7-45DB-ACA9-BF7B32C3DA5A}" type="presParOf" srcId="{E2156E2A-AE87-4216-9754-C4FCE06C1BF9}" destId="{8ECC8D4B-5D5B-4360-80F4-1C99328739A6}" srcOrd="2" destOrd="0" presId="urn:microsoft.com/office/officeart/2005/8/layout/list1"/>
    <dgm:cxn modelId="{C9B9E7E0-E1D4-443B-A4D2-5CFA11154194}" type="presParOf" srcId="{E2156E2A-AE87-4216-9754-C4FCE06C1BF9}" destId="{51797AB8-2200-4DAA-9CB9-BF121B01D1C9}" srcOrd="3" destOrd="0" presId="urn:microsoft.com/office/officeart/2005/8/layout/list1"/>
    <dgm:cxn modelId="{933B366F-1595-4E8D-A905-B44DAE0BC052}" type="presParOf" srcId="{E2156E2A-AE87-4216-9754-C4FCE06C1BF9}" destId="{86C8BB65-8027-4C1B-97D0-921B8B7FE8E1}" srcOrd="4" destOrd="0" presId="urn:microsoft.com/office/officeart/2005/8/layout/list1"/>
    <dgm:cxn modelId="{6E049AB4-6A71-4A4C-BC62-8EE9BDB00CD4}" type="presParOf" srcId="{86C8BB65-8027-4C1B-97D0-921B8B7FE8E1}" destId="{753187A9-9F60-4CC3-88DB-3D1B9C1AFCE1}" srcOrd="0" destOrd="0" presId="urn:microsoft.com/office/officeart/2005/8/layout/list1"/>
    <dgm:cxn modelId="{7D001D8F-CF67-42B1-BFF3-A716A86302C1}" type="presParOf" srcId="{86C8BB65-8027-4C1B-97D0-921B8B7FE8E1}" destId="{78EC5B2D-707F-483D-8059-1D059F2AB2C9}" srcOrd="1" destOrd="0" presId="urn:microsoft.com/office/officeart/2005/8/layout/list1"/>
    <dgm:cxn modelId="{9D7A2DFD-AC6B-47BD-99B8-428D37F652AB}" type="presParOf" srcId="{E2156E2A-AE87-4216-9754-C4FCE06C1BF9}" destId="{76897006-ACAC-420A-BA6D-7654393729D3}" srcOrd="5" destOrd="0" presId="urn:microsoft.com/office/officeart/2005/8/layout/list1"/>
    <dgm:cxn modelId="{92278BDB-C1A1-4744-9C8D-DE380F884769}" type="presParOf" srcId="{E2156E2A-AE87-4216-9754-C4FCE06C1BF9}" destId="{12B13F37-F79C-4462-A14F-29C90F6BD9E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D7731A7-EAAE-49FD-B5DB-FFA70B1206D0}"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230E3695-7E83-4D4E-9E47-B617620630A2}">
      <dgm:prSet/>
      <dgm:spPr>
        <a:xfrm>
          <a:off x="295671" y="33533"/>
          <a:ext cx="4139405" cy="619920"/>
        </a:xfrm>
        <a:solidFill>
          <a:srgbClr val="C33246"/>
        </a:solidFill>
      </dgm:spPr>
      <dgm:t>
        <a:bodyPr/>
        <a:lstStyle/>
        <a:p>
          <a:pPr>
            <a:lnSpc>
              <a:spcPct val="100000"/>
            </a:lnSpc>
          </a:pPr>
          <a:r>
            <a:rPr lang="en-US" b="1" dirty="0">
              <a:solidFill>
                <a:schemeClr val="bg1"/>
              </a:solidFill>
            </a:rPr>
            <a:t>Feature engineering is a critical step in predictive analysis that involves selecting and transforming the most relevant features in the data set to improve the accuracy of the predictive model.</a:t>
          </a:r>
          <a:endParaRPr lang="en-US" b="1" dirty="0">
            <a:solidFill>
              <a:schemeClr val="bg1"/>
            </a:solidFill>
            <a:latin typeface="Gill Sans MT" panose="020B0502020104020203"/>
            <a:ea typeface="+mn-ea"/>
            <a:cs typeface="+mn-cs"/>
          </a:endParaRPr>
        </a:p>
      </dgm:t>
    </dgm:pt>
    <dgm:pt modelId="{D5926815-44D2-422E-B98F-E3699D464337}" type="parTrans" cxnId="{13D8F902-8276-4018-B4BB-D3435205817D}">
      <dgm:prSet/>
      <dgm:spPr/>
      <dgm:t>
        <a:bodyPr/>
        <a:lstStyle/>
        <a:p>
          <a:endParaRPr lang="en-US"/>
        </a:p>
      </dgm:t>
    </dgm:pt>
    <dgm:pt modelId="{A12F1D8F-FC26-4374-80C9-D10C77240540}" type="sibTrans" cxnId="{13D8F902-8276-4018-B4BB-D3435205817D}">
      <dgm:prSet/>
      <dgm:spPr/>
      <dgm:t>
        <a:bodyPr/>
        <a:lstStyle/>
        <a:p>
          <a:endParaRPr lang="en-US"/>
        </a:p>
      </dgm:t>
    </dgm:pt>
    <dgm:pt modelId="{F4CCCBF8-8348-4D3C-813B-48973B09B542}" type="pres">
      <dgm:prSet presAssocID="{1D7731A7-EAAE-49FD-B5DB-FFA70B1206D0}" presName="root" presStyleCnt="0">
        <dgm:presLayoutVars>
          <dgm:dir/>
          <dgm:resizeHandles val="exact"/>
        </dgm:presLayoutVars>
      </dgm:prSet>
      <dgm:spPr/>
    </dgm:pt>
    <dgm:pt modelId="{B94F5888-0058-4D89-97FE-0B9BA9039E15}" type="pres">
      <dgm:prSet presAssocID="{230E3695-7E83-4D4E-9E47-B617620630A2}" presName="compNode" presStyleCnt="0"/>
      <dgm:spPr/>
    </dgm:pt>
    <dgm:pt modelId="{502932E6-6498-4FF8-AF8C-CB3E33EFC814}" type="pres">
      <dgm:prSet presAssocID="{230E3695-7E83-4D4E-9E47-B617620630A2}" presName="bgRect" presStyleLbl="bgShp" presStyleIdx="0" presStyleCnt="1"/>
      <dgm:spPr>
        <a:solidFill>
          <a:srgbClr val="C33246"/>
        </a:solidFill>
      </dgm:spPr>
    </dgm:pt>
    <dgm:pt modelId="{AA114103-CE79-49EF-8106-895081D947D0}" type="pres">
      <dgm:prSet presAssocID="{230E3695-7E83-4D4E-9E47-B617620630A2}"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962C7194-F80C-480A-B988-0AD988C8C5E9}" type="pres">
      <dgm:prSet presAssocID="{230E3695-7E83-4D4E-9E47-B617620630A2}" presName="spaceRect" presStyleCnt="0"/>
      <dgm:spPr/>
    </dgm:pt>
    <dgm:pt modelId="{C6449EF5-62D6-444D-AD96-BB669DE4651E}" type="pres">
      <dgm:prSet presAssocID="{230E3695-7E83-4D4E-9E47-B617620630A2}" presName="parTx" presStyleLbl="revTx" presStyleIdx="0" presStyleCnt="1">
        <dgm:presLayoutVars>
          <dgm:chMax val="0"/>
          <dgm:chPref val="0"/>
        </dgm:presLayoutVars>
      </dgm:prSet>
      <dgm:spPr>
        <a:prstGeom prst="roundRect">
          <a:avLst/>
        </a:prstGeom>
      </dgm:spPr>
    </dgm:pt>
  </dgm:ptLst>
  <dgm:cxnLst>
    <dgm:cxn modelId="{8CC88801-B8BA-4A21-B60C-00250B708ED4}" type="presOf" srcId="{1D7731A7-EAAE-49FD-B5DB-FFA70B1206D0}" destId="{F4CCCBF8-8348-4D3C-813B-48973B09B542}" srcOrd="0" destOrd="0" presId="urn:microsoft.com/office/officeart/2018/2/layout/IconVerticalSolidList"/>
    <dgm:cxn modelId="{13D8F902-8276-4018-B4BB-D3435205817D}" srcId="{1D7731A7-EAAE-49FD-B5DB-FFA70B1206D0}" destId="{230E3695-7E83-4D4E-9E47-B617620630A2}" srcOrd="0" destOrd="0" parTransId="{D5926815-44D2-422E-B98F-E3699D464337}" sibTransId="{A12F1D8F-FC26-4374-80C9-D10C77240540}"/>
    <dgm:cxn modelId="{63708D55-B187-4038-9B05-F678EE551C43}" type="presOf" srcId="{230E3695-7E83-4D4E-9E47-B617620630A2}" destId="{C6449EF5-62D6-444D-AD96-BB669DE4651E}" srcOrd="0" destOrd="0" presId="urn:microsoft.com/office/officeart/2018/2/layout/IconVerticalSolidList"/>
    <dgm:cxn modelId="{764B00C1-4A71-43D0-89D4-3CE023069476}" type="presParOf" srcId="{F4CCCBF8-8348-4D3C-813B-48973B09B542}" destId="{B94F5888-0058-4D89-97FE-0B9BA9039E15}" srcOrd="0" destOrd="0" presId="urn:microsoft.com/office/officeart/2018/2/layout/IconVerticalSolidList"/>
    <dgm:cxn modelId="{9DB69115-42F8-4DAC-966F-E7D1E47D0824}" type="presParOf" srcId="{B94F5888-0058-4D89-97FE-0B9BA9039E15}" destId="{502932E6-6498-4FF8-AF8C-CB3E33EFC814}" srcOrd="0" destOrd="0" presId="urn:microsoft.com/office/officeart/2018/2/layout/IconVerticalSolidList"/>
    <dgm:cxn modelId="{B8AE0503-5B93-4E57-B4E5-F19F7A58B389}" type="presParOf" srcId="{B94F5888-0058-4D89-97FE-0B9BA9039E15}" destId="{AA114103-CE79-49EF-8106-895081D947D0}" srcOrd="1" destOrd="0" presId="urn:microsoft.com/office/officeart/2018/2/layout/IconVerticalSolidList"/>
    <dgm:cxn modelId="{18C9F86D-3E05-41B7-8D6B-A6FEA18DB138}" type="presParOf" srcId="{B94F5888-0058-4D89-97FE-0B9BA9039E15}" destId="{962C7194-F80C-480A-B988-0AD988C8C5E9}" srcOrd="2" destOrd="0" presId="urn:microsoft.com/office/officeart/2018/2/layout/IconVerticalSolidList"/>
    <dgm:cxn modelId="{DD2154EA-793F-46D8-9CCF-4A00CDF05BEA}" type="presParOf" srcId="{B94F5888-0058-4D89-97FE-0B9BA9039E15}" destId="{C6449EF5-62D6-444D-AD96-BB669DE4651E}"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D7731A7-EAAE-49FD-B5DB-FFA70B1206D0}"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230E3695-7E83-4D4E-9E47-B617620630A2}">
      <dgm:prSet custT="1"/>
      <dgm:spPr>
        <a:xfrm>
          <a:off x="295671" y="3353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sz="1600" b="1" dirty="0">
              <a:solidFill>
                <a:sysClr val="window" lastClr="FFFFFF"/>
              </a:solidFill>
              <a:latin typeface="Gill Sans MT" panose="020B0502020104020203"/>
              <a:ea typeface="+mn-ea"/>
              <a:cs typeface="+mn-cs"/>
            </a:rPr>
            <a:t>STEP 5: MODEL DEVELOPMENT</a:t>
          </a:r>
          <a:endParaRPr lang="en-US" sz="1600" dirty="0">
            <a:solidFill>
              <a:sysClr val="window" lastClr="FFFFFF"/>
            </a:solidFill>
            <a:latin typeface="Gill Sans MT" panose="020B0502020104020203"/>
            <a:ea typeface="+mn-ea"/>
            <a:cs typeface="+mn-cs"/>
          </a:endParaRPr>
        </a:p>
      </dgm:t>
    </dgm:pt>
    <dgm:pt modelId="{D5926815-44D2-422E-B98F-E3699D464337}" type="parTrans" cxnId="{13D8F902-8276-4018-B4BB-D3435205817D}">
      <dgm:prSet/>
      <dgm:spPr/>
      <dgm:t>
        <a:bodyPr/>
        <a:lstStyle/>
        <a:p>
          <a:endParaRPr lang="en-US"/>
        </a:p>
      </dgm:t>
    </dgm:pt>
    <dgm:pt modelId="{A12F1D8F-FC26-4374-80C9-D10C77240540}" type="sibTrans" cxnId="{13D8F902-8276-4018-B4BB-D3435205817D}">
      <dgm:prSet/>
      <dgm:spPr/>
      <dgm:t>
        <a:bodyPr/>
        <a:lstStyle/>
        <a:p>
          <a:endParaRPr lang="en-US"/>
        </a:p>
      </dgm:t>
    </dgm:pt>
    <dgm:pt modelId="{88A6E631-45A7-4956-86D2-53E48F932AA0}">
      <dgm:prSet custT="1"/>
      <dgm:spPr>
        <a:xfrm>
          <a:off x="295671" y="98609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sz="1600" dirty="0">
              <a:solidFill>
                <a:sysClr val="window" lastClr="FFFFFF"/>
              </a:solidFill>
              <a:latin typeface="Gill Sans MT" panose="020B0502020104020203"/>
              <a:ea typeface="+mn-ea"/>
              <a:cs typeface="+mn-cs"/>
            </a:rPr>
            <a:t>Test and train the data</a:t>
          </a:r>
        </a:p>
      </dgm:t>
    </dgm:pt>
    <dgm:pt modelId="{2DDDE282-AC74-4D81-910C-BBC57C643AC8}" type="parTrans" cxnId="{629AD4D1-F6C2-4AA6-A617-C36F056D7DEA}">
      <dgm:prSet/>
      <dgm:spPr/>
      <dgm:t>
        <a:bodyPr/>
        <a:lstStyle/>
        <a:p>
          <a:endParaRPr lang="en-US"/>
        </a:p>
      </dgm:t>
    </dgm:pt>
    <dgm:pt modelId="{563A90B4-35EF-449D-8479-2704BFFCB101}" type="sibTrans" cxnId="{629AD4D1-F6C2-4AA6-A617-C36F056D7DEA}">
      <dgm:prSet/>
      <dgm:spPr/>
      <dgm:t>
        <a:bodyPr/>
        <a:lstStyle/>
        <a:p>
          <a:endParaRPr lang="en-US"/>
        </a:p>
      </dgm:t>
    </dgm:pt>
    <dgm:pt modelId="{AEF65F7A-364E-4F2F-8D76-A61361469832}">
      <dgm:prSet custT="1"/>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Font typeface="Arial" panose="020B0604020202020204" pitchFamily="34" charset="0"/>
            <a:buChar char="•"/>
          </a:pPr>
          <a:r>
            <a:rPr lang="en-US" sz="1400" dirty="0">
              <a:solidFill>
                <a:sysClr val="windowText" lastClr="000000">
                  <a:hueOff val="0"/>
                  <a:satOff val="0"/>
                  <a:lumOff val="0"/>
                  <a:alphaOff val="0"/>
                </a:sysClr>
              </a:solidFill>
              <a:latin typeface="+mn-lt"/>
              <a:ea typeface="+mn-ea"/>
              <a:cs typeface="+mn-cs"/>
            </a:rPr>
            <a:t>After the label encoding, t</a:t>
          </a:r>
          <a:r>
            <a:rPr lang="en-US" sz="1400" b="0" i="0" dirty="0">
              <a:latin typeface="+mn-lt"/>
            </a:rPr>
            <a:t>rain-test split procedure is applied on data to estimate the performance of machine learning algorithms they are used to make predictions on data.</a:t>
          </a:r>
          <a:endParaRPr lang="en-US" sz="1400" dirty="0">
            <a:solidFill>
              <a:sysClr val="windowText" lastClr="000000">
                <a:hueOff val="0"/>
                <a:satOff val="0"/>
                <a:lumOff val="0"/>
                <a:alphaOff val="0"/>
              </a:sysClr>
            </a:solidFill>
            <a:latin typeface="+mn-lt"/>
            <a:ea typeface="+mn-ea"/>
            <a:cs typeface="+mn-cs"/>
          </a:endParaRPr>
        </a:p>
      </dgm:t>
    </dgm:pt>
    <dgm:pt modelId="{567D0794-91B6-45D4-A18A-0653B4FE8B72}" type="parTrans" cxnId="{8DFF67AA-9129-411B-AB3F-CDD2CDCC7CD2}">
      <dgm:prSet/>
      <dgm:spPr/>
      <dgm:t>
        <a:bodyPr/>
        <a:lstStyle/>
        <a:p>
          <a:endParaRPr lang="en-US"/>
        </a:p>
      </dgm:t>
    </dgm:pt>
    <dgm:pt modelId="{F89FA053-490C-41D8-A865-06078B86220D}" type="sibTrans" cxnId="{8DFF67AA-9129-411B-AB3F-CDD2CDCC7CD2}">
      <dgm:prSet/>
      <dgm:spPr/>
      <dgm:t>
        <a:bodyPr/>
        <a:lstStyle/>
        <a:p>
          <a:endParaRPr lang="en-US"/>
        </a:p>
      </dgm:t>
    </dgm:pt>
    <dgm:pt modelId="{C714B397-F7A7-4554-8FC6-351B3D0FC57D}">
      <dgm:prSet custT="1"/>
      <dgm:spPr>
        <a:xfrm>
          <a:off x="0" y="1296053"/>
          <a:ext cx="5913437" cy="3307500"/>
        </a:xfr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Font typeface="Arial" panose="020B0604020202020204" pitchFamily="34" charset="0"/>
            <a:buChar char="•"/>
          </a:pPr>
          <a:r>
            <a:rPr lang="en-US" sz="1400" b="1" i="0" dirty="0"/>
            <a:t>Train Dataset</a:t>
          </a:r>
          <a:r>
            <a:rPr lang="en-US" sz="1400" b="0" i="0" dirty="0"/>
            <a:t>: Used to fit the machine learning model.</a:t>
          </a:r>
          <a:endParaRPr lang="en-US" sz="1400" dirty="0">
            <a:solidFill>
              <a:sysClr val="windowText" lastClr="000000">
                <a:hueOff val="0"/>
                <a:satOff val="0"/>
                <a:lumOff val="0"/>
                <a:alphaOff val="0"/>
              </a:sysClr>
            </a:solidFill>
            <a:latin typeface="+mn-lt"/>
            <a:ea typeface="+mn-ea"/>
            <a:cs typeface="+mn-cs"/>
          </a:endParaRPr>
        </a:p>
      </dgm:t>
    </dgm:pt>
    <dgm:pt modelId="{6118FD51-6D92-44AE-B63E-48AC61EE64CB}" type="parTrans" cxnId="{3CD76AA0-A6F2-4AB1-8E34-2A6AC9C5BF23}">
      <dgm:prSet/>
      <dgm:spPr/>
      <dgm:t>
        <a:bodyPr/>
        <a:lstStyle/>
        <a:p>
          <a:endParaRPr lang="en-US"/>
        </a:p>
      </dgm:t>
    </dgm:pt>
    <dgm:pt modelId="{E734FC56-0119-40B6-9B08-CF229E364F0B}" type="sibTrans" cxnId="{3CD76AA0-A6F2-4AB1-8E34-2A6AC9C5BF23}">
      <dgm:prSet/>
      <dgm:spPr/>
      <dgm:t>
        <a:bodyPr/>
        <a:lstStyle/>
        <a:p>
          <a:endParaRPr lang="en-US"/>
        </a:p>
      </dgm:t>
    </dgm:pt>
    <dgm:pt modelId="{88936107-6174-421A-B374-E35A22605219}">
      <dgm:prSet custT="1"/>
      <dgm:spPr/>
      <dgm:t>
        <a:bodyPr/>
        <a:lstStyle/>
        <a:p>
          <a:pPr>
            <a:buFont typeface="Arial" panose="020B0604020202020204" pitchFamily="34" charset="0"/>
            <a:buChar char="•"/>
          </a:pPr>
          <a:r>
            <a:rPr lang="en-US" sz="1400" b="1" i="0" dirty="0"/>
            <a:t>Test Dataset</a:t>
          </a:r>
          <a:r>
            <a:rPr lang="en-US" sz="1400" b="0" i="0" dirty="0"/>
            <a:t>: Used to evaluate the fit machine learning model.</a:t>
          </a:r>
        </a:p>
      </dgm:t>
    </dgm:pt>
    <dgm:pt modelId="{51FA4667-60D7-4316-8133-65BD55B8F32C}" type="parTrans" cxnId="{186A964F-850F-4CE4-A298-C3D63C19253E}">
      <dgm:prSet/>
      <dgm:spPr/>
      <dgm:t>
        <a:bodyPr/>
        <a:lstStyle/>
        <a:p>
          <a:endParaRPr lang="en-US"/>
        </a:p>
      </dgm:t>
    </dgm:pt>
    <dgm:pt modelId="{94D686A0-C0F0-4F79-A762-5F8408069A1A}" type="sibTrans" cxnId="{186A964F-850F-4CE4-A298-C3D63C19253E}">
      <dgm:prSet/>
      <dgm:spPr/>
      <dgm:t>
        <a:bodyPr/>
        <a:lstStyle/>
        <a:p>
          <a:endParaRPr lang="en-US"/>
        </a:p>
      </dgm:t>
    </dgm:pt>
    <dgm:pt modelId="{7D0CCA1A-C5D9-4389-B924-7A00D3875BDC}">
      <dgm:prSet custT="1"/>
      <dgm:spPr/>
      <dgm:t>
        <a:bodyPr/>
        <a:lstStyle/>
        <a:p>
          <a:r>
            <a:rPr lang="en-US" sz="1400" b="0" i="0" dirty="0"/>
            <a:t>The </a:t>
          </a:r>
          <a:r>
            <a:rPr lang="en-US" sz="1400" b="0" i="0" dirty="0" err="1"/>
            <a:t>train_test_split</a:t>
          </a:r>
          <a:r>
            <a:rPr lang="en-US" sz="1400" b="0" i="0" dirty="0"/>
            <a:t> function accepts the following parameter values:</a:t>
          </a:r>
        </a:p>
      </dgm:t>
    </dgm:pt>
    <dgm:pt modelId="{F184292D-46F8-4481-93E4-39AE6DC41E34}" type="parTrans" cxnId="{0169379A-B27C-40B2-A520-571094A78F2C}">
      <dgm:prSet/>
      <dgm:spPr/>
      <dgm:t>
        <a:bodyPr/>
        <a:lstStyle/>
        <a:p>
          <a:endParaRPr lang="en-US"/>
        </a:p>
      </dgm:t>
    </dgm:pt>
    <dgm:pt modelId="{A3F92D2F-D66A-48CD-92F0-3161BEBDEB0B}" type="sibTrans" cxnId="{0169379A-B27C-40B2-A520-571094A78F2C}">
      <dgm:prSet/>
      <dgm:spPr/>
      <dgm:t>
        <a:bodyPr/>
        <a:lstStyle/>
        <a:p>
          <a:endParaRPr lang="en-US"/>
        </a:p>
      </dgm:t>
    </dgm:pt>
    <dgm:pt modelId="{FC626027-330A-4AA0-82FC-D38D80E86236}">
      <dgm:prSet custT="1"/>
      <dgm:spPr/>
      <dgm:t>
        <a:bodyPr/>
        <a:lstStyle/>
        <a:p>
          <a:pPr>
            <a:buFont typeface="Wingdings" panose="05000000000000000000" pitchFamily="2" charset="2"/>
            <a:buChar char="Ø"/>
          </a:pPr>
          <a:r>
            <a:rPr lang="en-US" sz="1400" b="1" i="0" dirty="0"/>
            <a:t>arrays</a:t>
          </a:r>
          <a:r>
            <a:rPr lang="en-US" sz="1400" b="0" i="0" dirty="0"/>
            <a:t>: These are the arrays or matrices that need to be split.</a:t>
          </a:r>
        </a:p>
      </dgm:t>
    </dgm:pt>
    <dgm:pt modelId="{14F61A1F-61DE-409D-B2B9-452EC9274D76}" type="parTrans" cxnId="{F7E1DA2A-A5F2-4697-AD61-AB26293926D3}">
      <dgm:prSet/>
      <dgm:spPr/>
      <dgm:t>
        <a:bodyPr/>
        <a:lstStyle/>
        <a:p>
          <a:endParaRPr lang="en-US"/>
        </a:p>
      </dgm:t>
    </dgm:pt>
    <dgm:pt modelId="{13BDDE23-4667-4AA5-9849-A58287141BC7}" type="sibTrans" cxnId="{F7E1DA2A-A5F2-4697-AD61-AB26293926D3}">
      <dgm:prSet/>
      <dgm:spPr/>
      <dgm:t>
        <a:bodyPr/>
        <a:lstStyle/>
        <a:p>
          <a:endParaRPr lang="en-US"/>
        </a:p>
      </dgm:t>
    </dgm:pt>
    <dgm:pt modelId="{FCEC2115-D66A-47FD-9B5D-1C7FF5C0A972}">
      <dgm:prSet custT="1"/>
      <dgm:spPr/>
      <dgm:t>
        <a:bodyPr/>
        <a:lstStyle/>
        <a:p>
          <a:pPr>
            <a:buFont typeface="Wingdings" panose="05000000000000000000" pitchFamily="2" charset="2"/>
            <a:buChar char="Ø"/>
          </a:pPr>
          <a:r>
            <a:rPr lang="en-US" sz="1400" b="1" i="0" dirty="0" err="1"/>
            <a:t>test_size</a:t>
          </a:r>
          <a:r>
            <a:rPr lang="en-US" sz="1400" b="0" i="0" dirty="0"/>
            <a:t>: This is the size of the test subset. </a:t>
          </a:r>
        </a:p>
      </dgm:t>
    </dgm:pt>
    <dgm:pt modelId="{97B7123C-CBD0-4936-B01A-AF825151AB87}" type="parTrans" cxnId="{8E868925-F694-49EC-9DB2-2D6837DD7EEA}">
      <dgm:prSet/>
      <dgm:spPr/>
      <dgm:t>
        <a:bodyPr/>
        <a:lstStyle/>
        <a:p>
          <a:endParaRPr lang="en-US"/>
        </a:p>
      </dgm:t>
    </dgm:pt>
    <dgm:pt modelId="{491B347F-A658-4E22-8768-A2F0B8303097}" type="sibTrans" cxnId="{8E868925-F694-49EC-9DB2-2D6837DD7EEA}">
      <dgm:prSet/>
      <dgm:spPr/>
      <dgm:t>
        <a:bodyPr/>
        <a:lstStyle/>
        <a:p>
          <a:endParaRPr lang="en-US"/>
        </a:p>
      </dgm:t>
    </dgm:pt>
    <dgm:pt modelId="{50907A4F-B392-4F2A-8CF1-D4A373234B37}">
      <dgm:prSet custT="1"/>
      <dgm:spPr/>
      <dgm:t>
        <a:bodyPr/>
        <a:lstStyle/>
        <a:p>
          <a:pPr>
            <a:buFont typeface="Wingdings" panose="05000000000000000000" pitchFamily="2" charset="2"/>
            <a:buChar char="Ø"/>
          </a:pPr>
          <a:r>
            <a:rPr lang="en-US" sz="1400" b="1" i="0" dirty="0" err="1"/>
            <a:t>random_state</a:t>
          </a:r>
          <a:r>
            <a:rPr lang="en-US" sz="1400" b="0" i="0" dirty="0"/>
            <a:t>: This parameter value controls how the data is shuffled before being split.</a:t>
          </a:r>
        </a:p>
      </dgm:t>
    </dgm:pt>
    <dgm:pt modelId="{F3140FD1-3FDF-4261-9177-715D0E03EF35}" type="parTrans" cxnId="{8D399EC4-76E0-470E-8E7C-DDB4C932D270}">
      <dgm:prSet/>
      <dgm:spPr/>
      <dgm:t>
        <a:bodyPr/>
        <a:lstStyle/>
        <a:p>
          <a:endParaRPr lang="en-US"/>
        </a:p>
      </dgm:t>
    </dgm:pt>
    <dgm:pt modelId="{8D8653C7-F825-4CB8-A8C9-D31B785807FA}" type="sibTrans" cxnId="{8D399EC4-76E0-470E-8E7C-DDB4C932D270}">
      <dgm:prSet/>
      <dgm:spPr/>
      <dgm:t>
        <a:bodyPr/>
        <a:lstStyle/>
        <a:p>
          <a:endParaRPr lang="en-US"/>
        </a:p>
      </dgm:t>
    </dgm:pt>
    <dgm:pt modelId="{E2156E2A-AE87-4216-9754-C4FCE06C1BF9}" type="pres">
      <dgm:prSet presAssocID="{1D7731A7-EAAE-49FD-B5DB-FFA70B1206D0}" presName="linear" presStyleCnt="0">
        <dgm:presLayoutVars>
          <dgm:dir/>
          <dgm:animLvl val="lvl"/>
          <dgm:resizeHandles val="exact"/>
        </dgm:presLayoutVars>
      </dgm:prSet>
      <dgm:spPr/>
    </dgm:pt>
    <dgm:pt modelId="{E24388B3-3B80-4A06-9871-E336F8245635}" type="pres">
      <dgm:prSet presAssocID="{230E3695-7E83-4D4E-9E47-B617620630A2}" presName="parentLin" presStyleCnt="0"/>
      <dgm:spPr/>
    </dgm:pt>
    <dgm:pt modelId="{C27F777C-7969-400A-AD35-70B1323FCCE7}" type="pres">
      <dgm:prSet presAssocID="{230E3695-7E83-4D4E-9E47-B617620630A2}" presName="parentLeftMargin" presStyleLbl="node1" presStyleIdx="0" presStyleCnt="2"/>
      <dgm:spPr/>
    </dgm:pt>
    <dgm:pt modelId="{F2DE48DC-D812-4C38-8ED4-5F32E0D0D439}" type="pres">
      <dgm:prSet presAssocID="{230E3695-7E83-4D4E-9E47-B617620630A2}" presName="parentText" presStyleLbl="node1" presStyleIdx="0" presStyleCnt="2">
        <dgm:presLayoutVars>
          <dgm:chMax val="0"/>
          <dgm:bulletEnabled val="1"/>
        </dgm:presLayoutVars>
      </dgm:prSet>
      <dgm:spPr/>
    </dgm:pt>
    <dgm:pt modelId="{F290DD84-9B63-4076-84B3-D22B35498A5B}" type="pres">
      <dgm:prSet presAssocID="{230E3695-7E83-4D4E-9E47-B617620630A2}" presName="negativeSpace" presStyleCnt="0"/>
      <dgm:spPr/>
    </dgm:pt>
    <dgm:pt modelId="{8ECC8D4B-5D5B-4360-80F4-1C99328739A6}" type="pres">
      <dgm:prSet presAssocID="{230E3695-7E83-4D4E-9E47-B617620630A2}" presName="childText" presStyleLbl="conFgAcc1" presStyleIdx="0" presStyleCnt="2">
        <dgm:presLayoutVars>
          <dgm:bulletEnabled val="1"/>
        </dgm:presLayoutVars>
      </dgm:prSet>
      <dgm:spPr>
        <a:xfrm>
          <a:off x="0" y="343493"/>
          <a:ext cx="5913437" cy="5292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pt>
    <dgm:pt modelId="{51797AB8-2200-4DAA-9CB9-BF121B01D1C9}" type="pres">
      <dgm:prSet presAssocID="{A12F1D8F-FC26-4374-80C9-D10C77240540}" presName="spaceBetweenRectangles" presStyleCnt="0"/>
      <dgm:spPr/>
    </dgm:pt>
    <dgm:pt modelId="{86C8BB65-8027-4C1B-97D0-921B8B7FE8E1}" type="pres">
      <dgm:prSet presAssocID="{88A6E631-45A7-4956-86D2-53E48F932AA0}" presName="parentLin" presStyleCnt="0"/>
      <dgm:spPr/>
    </dgm:pt>
    <dgm:pt modelId="{753187A9-9F60-4CC3-88DB-3D1B9C1AFCE1}" type="pres">
      <dgm:prSet presAssocID="{88A6E631-45A7-4956-86D2-53E48F932AA0}" presName="parentLeftMargin" presStyleLbl="node1" presStyleIdx="0" presStyleCnt="2"/>
      <dgm:spPr/>
    </dgm:pt>
    <dgm:pt modelId="{78EC5B2D-707F-483D-8059-1D059F2AB2C9}" type="pres">
      <dgm:prSet presAssocID="{88A6E631-45A7-4956-86D2-53E48F932AA0}" presName="parentText" presStyleLbl="node1" presStyleIdx="1" presStyleCnt="2" custLinFactNeighborX="3819">
        <dgm:presLayoutVars>
          <dgm:chMax val="0"/>
          <dgm:bulletEnabled val="1"/>
        </dgm:presLayoutVars>
      </dgm:prSet>
      <dgm:spPr/>
    </dgm:pt>
    <dgm:pt modelId="{76897006-ACAC-420A-BA6D-7654393729D3}" type="pres">
      <dgm:prSet presAssocID="{88A6E631-45A7-4956-86D2-53E48F932AA0}" presName="negativeSpace" presStyleCnt="0"/>
      <dgm:spPr/>
    </dgm:pt>
    <dgm:pt modelId="{12B13F37-F79C-4462-A14F-29C90F6BD9E6}" type="pres">
      <dgm:prSet presAssocID="{88A6E631-45A7-4956-86D2-53E48F932AA0}" presName="childText" presStyleLbl="conFgAcc1" presStyleIdx="1" presStyleCnt="2" custScaleX="100000" custScaleY="95973">
        <dgm:presLayoutVars>
          <dgm:bulletEnabled val="1"/>
        </dgm:presLayoutVars>
      </dgm:prSet>
      <dgm:spPr>
        <a:prstGeom prst="rect">
          <a:avLst/>
        </a:prstGeom>
      </dgm:spPr>
    </dgm:pt>
  </dgm:ptLst>
  <dgm:cxnLst>
    <dgm:cxn modelId="{13D8F902-8276-4018-B4BB-D3435205817D}" srcId="{1D7731A7-EAAE-49FD-B5DB-FFA70B1206D0}" destId="{230E3695-7E83-4D4E-9E47-B617620630A2}" srcOrd="0" destOrd="0" parTransId="{D5926815-44D2-422E-B98F-E3699D464337}" sibTransId="{A12F1D8F-FC26-4374-80C9-D10C77240540}"/>
    <dgm:cxn modelId="{24A8A605-083F-41F5-A179-F60B56F8F3A4}" type="presOf" srcId="{88936107-6174-421A-B374-E35A22605219}" destId="{12B13F37-F79C-4462-A14F-29C90F6BD9E6}" srcOrd="0" destOrd="2" presId="urn:microsoft.com/office/officeart/2005/8/layout/list1"/>
    <dgm:cxn modelId="{C8E3A50A-E608-45E3-BFB5-3F07A38046D5}" type="presOf" srcId="{FC626027-330A-4AA0-82FC-D38D80E86236}" destId="{12B13F37-F79C-4462-A14F-29C90F6BD9E6}" srcOrd="0" destOrd="4" presId="urn:microsoft.com/office/officeart/2005/8/layout/list1"/>
    <dgm:cxn modelId="{8E868925-F694-49EC-9DB2-2D6837DD7EEA}" srcId="{7D0CCA1A-C5D9-4389-B924-7A00D3875BDC}" destId="{FCEC2115-D66A-47FD-9B5D-1C7FF5C0A972}" srcOrd="1" destOrd="0" parTransId="{97B7123C-CBD0-4936-B01A-AF825151AB87}" sibTransId="{491B347F-A658-4E22-8768-A2F0B8303097}"/>
    <dgm:cxn modelId="{F7E1DA2A-A5F2-4697-AD61-AB26293926D3}" srcId="{7D0CCA1A-C5D9-4389-B924-7A00D3875BDC}" destId="{FC626027-330A-4AA0-82FC-D38D80E86236}" srcOrd="0" destOrd="0" parTransId="{14F61A1F-61DE-409D-B2B9-452EC9274D76}" sibTransId="{13BDDE23-4667-4AA5-9849-A58287141BC7}"/>
    <dgm:cxn modelId="{F4637139-C37B-4512-A1AE-C36DE32DE96B}" type="presOf" srcId="{50907A4F-B392-4F2A-8CF1-D4A373234B37}" destId="{12B13F37-F79C-4462-A14F-29C90F6BD9E6}" srcOrd="0" destOrd="6" presId="urn:microsoft.com/office/officeart/2005/8/layout/list1"/>
    <dgm:cxn modelId="{24966C4B-CC89-4228-8692-3F620BC5DA1A}" type="presOf" srcId="{88A6E631-45A7-4956-86D2-53E48F932AA0}" destId="{78EC5B2D-707F-483D-8059-1D059F2AB2C9}" srcOrd="1" destOrd="0" presId="urn:microsoft.com/office/officeart/2005/8/layout/list1"/>
    <dgm:cxn modelId="{186A964F-850F-4CE4-A298-C3D63C19253E}" srcId="{88A6E631-45A7-4956-86D2-53E48F932AA0}" destId="{88936107-6174-421A-B374-E35A22605219}" srcOrd="2" destOrd="0" parTransId="{51FA4667-60D7-4316-8133-65BD55B8F32C}" sibTransId="{94D686A0-C0F0-4F79-A762-5F8408069A1A}"/>
    <dgm:cxn modelId="{7D390E70-2000-4232-B1F2-5AC78B15379E}" type="presOf" srcId="{C714B397-F7A7-4554-8FC6-351B3D0FC57D}" destId="{12B13F37-F79C-4462-A14F-29C90F6BD9E6}" srcOrd="0" destOrd="1" presId="urn:microsoft.com/office/officeart/2005/8/layout/list1"/>
    <dgm:cxn modelId="{0E098273-BE10-4D39-A5F1-955DBB213047}" type="presOf" srcId="{FCEC2115-D66A-47FD-9B5D-1C7FF5C0A972}" destId="{12B13F37-F79C-4462-A14F-29C90F6BD9E6}" srcOrd="0" destOrd="5" presId="urn:microsoft.com/office/officeart/2005/8/layout/list1"/>
    <dgm:cxn modelId="{A6BB8955-240C-4D70-8AF0-81C97EFA4F1F}" type="presOf" srcId="{230E3695-7E83-4D4E-9E47-B617620630A2}" destId="{F2DE48DC-D812-4C38-8ED4-5F32E0D0D439}" srcOrd="1" destOrd="0" presId="urn:microsoft.com/office/officeart/2005/8/layout/list1"/>
    <dgm:cxn modelId="{DB83367C-7EAF-4D33-8547-E55145068A14}" type="presOf" srcId="{AEF65F7A-364E-4F2F-8D76-A61361469832}" destId="{12B13F37-F79C-4462-A14F-29C90F6BD9E6}" srcOrd="0" destOrd="0" presId="urn:microsoft.com/office/officeart/2005/8/layout/list1"/>
    <dgm:cxn modelId="{D081D77E-E8B3-4D92-AFFB-C7CB013F8067}" type="presOf" srcId="{230E3695-7E83-4D4E-9E47-B617620630A2}" destId="{C27F777C-7969-400A-AD35-70B1323FCCE7}" srcOrd="0" destOrd="0" presId="urn:microsoft.com/office/officeart/2005/8/layout/list1"/>
    <dgm:cxn modelId="{0169379A-B27C-40B2-A520-571094A78F2C}" srcId="{88A6E631-45A7-4956-86D2-53E48F932AA0}" destId="{7D0CCA1A-C5D9-4389-B924-7A00D3875BDC}" srcOrd="3" destOrd="0" parTransId="{F184292D-46F8-4481-93E4-39AE6DC41E34}" sibTransId="{A3F92D2F-D66A-48CD-92F0-3161BEBDEB0B}"/>
    <dgm:cxn modelId="{3CD76AA0-A6F2-4AB1-8E34-2A6AC9C5BF23}" srcId="{88A6E631-45A7-4956-86D2-53E48F932AA0}" destId="{C714B397-F7A7-4554-8FC6-351B3D0FC57D}" srcOrd="1" destOrd="0" parTransId="{6118FD51-6D92-44AE-B63E-48AC61EE64CB}" sibTransId="{E734FC56-0119-40B6-9B08-CF229E364F0B}"/>
    <dgm:cxn modelId="{8DFF67AA-9129-411B-AB3F-CDD2CDCC7CD2}" srcId="{88A6E631-45A7-4956-86D2-53E48F932AA0}" destId="{AEF65F7A-364E-4F2F-8D76-A61361469832}" srcOrd="0" destOrd="0" parTransId="{567D0794-91B6-45D4-A18A-0653B4FE8B72}" sibTransId="{F89FA053-490C-41D8-A865-06078B86220D}"/>
    <dgm:cxn modelId="{662F4FB9-B77B-4499-A912-0A5A39DCCCCE}" type="presOf" srcId="{7D0CCA1A-C5D9-4389-B924-7A00D3875BDC}" destId="{12B13F37-F79C-4462-A14F-29C90F6BD9E6}" srcOrd="0" destOrd="3" presId="urn:microsoft.com/office/officeart/2005/8/layout/list1"/>
    <dgm:cxn modelId="{8D399EC4-76E0-470E-8E7C-DDB4C932D270}" srcId="{7D0CCA1A-C5D9-4389-B924-7A00D3875BDC}" destId="{50907A4F-B392-4F2A-8CF1-D4A373234B37}" srcOrd="2" destOrd="0" parTransId="{F3140FD1-3FDF-4261-9177-715D0E03EF35}" sibTransId="{8D8653C7-F825-4CB8-A8C9-D31B785807FA}"/>
    <dgm:cxn modelId="{2C40F5CB-E80F-4807-80F5-88F7E7ED7937}" type="presOf" srcId="{88A6E631-45A7-4956-86D2-53E48F932AA0}" destId="{753187A9-9F60-4CC3-88DB-3D1B9C1AFCE1}" srcOrd="0" destOrd="0" presId="urn:microsoft.com/office/officeart/2005/8/layout/list1"/>
    <dgm:cxn modelId="{3FD44FD1-DA6F-4A61-BFE9-1246BEE4A09E}" type="presOf" srcId="{1D7731A7-EAAE-49FD-B5DB-FFA70B1206D0}" destId="{E2156E2A-AE87-4216-9754-C4FCE06C1BF9}" srcOrd="0" destOrd="0" presId="urn:microsoft.com/office/officeart/2005/8/layout/list1"/>
    <dgm:cxn modelId="{629AD4D1-F6C2-4AA6-A617-C36F056D7DEA}" srcId="{1D7731A7-EAAE-49FD-B5DB-FFA70B1206D0}" destId="{88A6E631-45A7-4956-86D2-53E48F932AA0}" srcOrd="1" destOrd="0" parTransId="{2DDDE282-AC74-4D81-910C-BBC57C643AC8}" sibTransId="{563A90B4-35EF-449D-8479-2704BFFCB101}"/>
    <dgm:cxn modelId="{016806C2-01B9-496C-B7A6-37BFA10F8612}" type="presParOf" srcId="{E2156E2A-AE87-4216-9754-C4FCE06C1BF9}" destId="{E24388B3-3B80-4A06-9871-E336F8245635}" srcOrd="0" destOrd="0" presId="urn:microsoft.com/office/officeart/2005/8/layout/list1"/>
    <dgm:cxn modelId="{3FDAB9C6-87A1-49A5-8988-347E59375ECD}" type="presParOf" srcId="{E24388B3-3B80-4A06-9871-E336F8245635}" destId="{C27F777C-7969-400A-AD35-70B1323FCCE7}" srcOrd="0" destOrd="0" presId="urn:microsoft.com/office/officeart/2005/8/layout/list1"/>
    <dgm:cxn modelId="{888A5BD6-AF01-4235-95D9-87B69A8CE998}" type="presParOf" srcId="{E24388B3-3B80-4A06-9871-E336F8245635}" destId="{F2DE48DC-D812-4C38-8ED4-5F32E0D0D439}" srcOrd="1" destOrd="0" presId="urn:microsoft.com/office/officeart/2005/8/layout/list1"/>
    <dgm:cxn modelId="{A105625B-E4EE-44DC-AFB5-6D3B2CD54C9A}" type="presParOf" srcId="{E2156E2A-AE87-4216-9754-C4FCE06C1BF9}" destId="{F290DD84-9B63-4076-84B3-D22B35498A5B}" srcOrd="1" destOrd="0" presId="urn:microsoft.com/office/officeart/2005/8/layout/list1"/>
    <dgm:cxn modelId="{9AA554FD-75B7-45DB-ACA9-BF7B32C3DA5A}" type="presParOf" srcId="{E2156E2A-AE87-4216-9754-C4FCE06C1BF9}" destId="{8ECC8D4B-5D5B-4360-80F4-1C99328739A6}" srcOrd="2" destOrd="0" presId="urn:microsoft.com/office/officeart/2005/8/layout/list1"/>
    <dgm:cxn modelId="{C9B9E7E0-E1D4-443B-A4D2-5CFA11154194}" type="presParOf" srcId="{E2156E2A-AE87-4216-9754-C4FCE06C1BF9}" destId="{51797AB8-2200-4DAA-9CB9-BF121B01D1C9}" srcOrd="3" destOrd="0" presId="urn:microsoft.com/office/officeart/2005/8/layout/list1"/>
    <dgm:cxn modelId="{933B366F-1595-4E8D-A905-B44DAE0BC052}" type="presParOf" srcId="{E2156E2A-AE87-4216-9754-C4FCE06C1BF9}" destId="{86C8BB65-8027-4C1B-97D0-921B8B7FE8E1}" srcOrd="4" destOrd="0" presId="urn:microsoft.com/office/officeart/2005/8/layout/list1"/>
    <dgm:cxn modelId="{6E049AB4-6A71-4A4C-BC62-8EE9BDB00CD4}" type="presParOf" srcId="{86C8BB65-8027-4C1B-97D0-921B8B7FE8E1}" destId="{753187A9-9F60-4CC3-88DB-3D1B9C1AFCE1}" srcOrd="0" destOrd="0" presId="urn:microsoft.com/office/officeart/2005/8/layout/list1"/>
    <dgm:cxn modelId="{7D001D8F-CF67-42B1-BFF3-A716A86302C1}" type="presParOf" srcId="{86C8BB65-8027-4C1B-97D0-921B8B7FE8E1}" destId="{78EC5B2D-707F-483D-8059-1D059F2AB2C9}" srcOrd="1" destOrd="0" presId="urn:microsoft.com/office/officeart/2005/8/layout/list1"/>
    <dgm:cxn modelId="{9D7A2DFD-AC6B-47BD-99B8-428D37F652AB}" type="presParOf" srcId="{E2156E2A-AE87-4216-9754-C4FCE06C1BF9}" destId="{76897006-ACAC-420A-BA6D-7654393729D3}" srcOrd="5" destOrd="0" presId="urn:microsoft.com/office/officeart/2005/8/layout/list1"/>
    <dgm:cxn modelId="{92278BDB-C1A1-4744-9C8D-DE380F884769}" type="presParOf" srcId="{E2156E2A-AE87-4216-9754-C4FCE06C1BF9}" destId="{12B13F37-F79C-4462-A14F-29C90F6BD9E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7731A7-EAAE-49FD-B5DB-FFA70B1206D0}"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230E3695-7E83-4D4E-9E47-B617620630A2}">
      <dgm:prSet custT="1"/>
      <dgm:spPr>
        <a:xfrm>
          <a:off x="295671" y="3353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sz="1600" b="1" dirty="0">
              <a:solidFill>
                <a:sysClr val="window" lastClr="FFFFFF"/>
              </a:solidFill>
              <a:latin typeface="Gill Sans MT" panose="020B0502020104020203"/>
              <a:ea typeface="+mn-ea"/>
              <a:cs typeface="+mn-cs"/>
            </a:rPr>
            <a:t>STEP 5: MODEL VALIDATION</a:t>
          </a:r>
          <a:endParaRPr lang="en-US" sz="1600" dirty="0">
            <a:solidFill>
              <a:sysClr val="window" lastClr="FFFFFF"/>
            </a:solidFill>
            <a:latin typeface="Gill Sans MT" panose="020B0502020104020203"/>
            <a:ea typeface="+mn-ea"/>
            <a:cs typeface="+mn-cs"/>
          </a:endParaRPr>
        </a:p>
      </dgm:t>
    </dgm:pt>
    <dgm:pt modelId="{D5926815-44D2-422E-B98F-E3699D464337}" type="parTrans" cxnId="{13D8F902-8276-4018-B4BB-D3435205817D}">
      <dgm:prSet/>
      <dgm:spPr/>
      <dgm:t>
        <a:bodyPr/>
        <a:lstStyle/>
        <a:p>
          <a:endParaRPr lang="en-US"/>
        </a:p>
      </dgm:t>
    </dgm:pt>
    <dgm:pt modelId="{A12F1D8F-FC26-4374-80C9-D10C77240540}" type="sibTrans" cxnId="{13D8F902-8276-4018-B4BB-D3435205817D}">
      <dgm:prSet/>
      <dgm:spPr/>
      <dgm:t>
        <a:bodyPr/>
        <a:lstStyle/>
        <a:p>
          <a:endParaRPr lang="en-US"/>
        </a:p>
      </dgm:t>
    </dgm:pt>
    <dgm:pt modelId="{88A6E631-45A7-4956-86D2-53E48F932AA0}">
      <dgm:prSet custT="1"/>
      <dgm:spPr>
        <a:xfrm>
          <a:off x="295671" y="986093"/>
          <a:ext cx="4139405" cy="6199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gm:spPr>
      <dgm:t>
        <a:bodyPr/>
        <a:lstStyle/>
        <a:p>
          <a:pPr>
            <a:buNone/>
          </a:pPr>
          <a:r>
            <a:rPr lang="en-US" sz="1600" dirty="0">
              <a:solidFill>
                <a:sysClr val="window" lastClr="FFFFFF"/>
              </a:solidFill>
              <a:latin typeface="Gill Sans MT" panose="020B0502020104020203"/>
              <a:ea typeface="+mn-ea"/>
              <a:cs typeface="+mn-cs"/>
            </a:rPr>
            <a:t>Validate the predictive model</a:t>
          </a:r>
        </a:p>
      </dgm:t>
    </dgm:pt>
    <dgm:pt modelId="{2DDDE282-AC74-4D81-910C-BBC57C643AC8}" type="parTrans" cxnId="{629AD4D1-F6C2-4AA6-A617-C36F056D7DEA}">
      <dgm:prSet/>
      <dgm:spPr/>
      <dgm:t>
        <a:bodyPr/>
        <a:lstStyle/>
        <a:p>
          <a:endParaRPr lang="en-US"/>
        </a:p>
      </dgm:t>
    </dgm:pt>
    <dgm:pt modelId="{563A90B4-35EF-449D-8479-2704BFFCB101}" type="sibTrans" cxnId="{629AD4D1-F6C2-4AA6-A617-C36F056D7DEA}">
      <dgm:prSet/>
      <dgm:spPr/>
      <dgm:t>
        <a:bodyPr/>
        <a:lstStyle/>
        <a:p>
          <a:endParaRPr lang="en-US"/>
        </a:p>
      </dgm:t>
    </dgm:pt>
    <dgm:pt modelId="{AEF65F7A-364E-4F2F-8D76-A61361469832}">
      <dgm:prSet custT="1"/>
      <dgm:spPr>
        <a:xfrm>
          <a:off x="0" y="1296053"/>
          <a:ext cx="5913437" cy="33075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Font typeface="Arial" panose="020B0604020202020204" pitchFamily="34" charset="0"/>
            <a:buChar char="•"/>
          </a:pPr>
          <a:r>
            <a:rPr lang="en-US" sz="1400" dirty="0">
              <a:solidFill>
                <a:sysClr val="windowText" lastClr="000000">
                  <a:hueOff val="0"/>
                  <a:satOff val="0"/>
                  <a:lumOff val="0"/>
                  <a:alphaOff val="0"/>
                </a:sysClr>
              </a:solidFill>
              <a:latin typeface="+mn-lt"/>
              <a:ea typeface="+mn-ea"/>
              <a:cs typeface="+mn-cs"/>
            </a:rPr>
            <a:t>We are using different machine learning algorithms such as </a:t>
          </a:r>
          <a:r>
            <a:rPr lang="en-US" sz="1400" dirty="0" err="1">
              <a:solidFill>
                <a:sysClr val="windowText" lastClr="000000">
                  <a:hueOff val="0"/>
                  <a:satOff val="0"/>
                  <a:lumOff val="0"/>
                  <a:alphaOff val="0"/>
                </a:sysClr>
              </a:solidFill>
              <a:latin typeface="+mn-lt"/>
              <a:ea typeface="+mn-ea"/>
              <a:cs typeface="+mn-cs"/>
            </a:rPr>
            <a:t>SVM</a:t>
          </a:r>
          <a:r>
            <a:rPr lang="en-US" sz="1400" dirty="0">
              <a:solidFill>
                <a:sysClr val="windowText" lastClr="000000">
                  <a:hueOff val="0"/>
                  <a:satOff val="0"/>
                  <a:lumOff val="0"/>
                  <a:alphaOff val="0"/>
                </a:sysClr>
              </a:solidFill>
              <a:latin typeface="+mn-lt"/>
              <a:ea typeface="+mn-ea"/>
              <a:cs typeface="+mn-cs"/>
            </a:rPr>
            <a:t>, K- Nearest Neighbor, Random Forest, Decision Tree for identify the accuracy and precision for the model.</a:t>
          </a:r>
        </a:p>
      </dgm:t>
    </dgm:pt>
    <dgm:pt modelId="{567D0794-91B6-45D4-A18A-0653B4FE8B72}" type="parTrans" cxnId="{8DFF67AA-9129-411B-AB3F-CDD2CDCC7CD2}">
      <dgm:prSet/>
      <dgm:spPr/>
      <dgm:t>
        <a:bodyPr/>
        <a:lstStyle/>
        <a:p>
          <a:endParaRPr lang="en-US"/>
        </a:p>
      </dgm:t>
    </dgm:pt>
    <dgm:pt modelId="{F89FA053-490C-41D8-A865-06078B86220D}" type="sibTrans" cxnId="{8DFF67AA-9129-411B-AB3F-CDD2CDCC7CD2}">
      <dgm:prSet/>
      <dgm:spPr/>
      <dgm:t>
        <a:bodyPr/>
        <a:lstStyle/>
        <a:p>
          <a:endParaRPr lang="en-US"/>
        </a:p>
      </dgm:t>
    </dgm:pt>
    <dgm:pt modelId="{34C3FEA6-60FD-497A-8A18-40F50476F896}">
      <dgm:prSet custT="1"/>
      <dgm:spPr>
        <a:xfrm>
          <a:off x="0" y="1296053"/>
          <a:ext cx="5913437" cy="3307500"/>
        </a:xfr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t>
        <a:bodyPr/>
        <a:lstStyle/>
        <a:p>
          <a:pPr>
            <a:buFont typeface="Arial" panose="020B0604020202020204" pitchFamily="34" charset="0"/>
            <a:buChar char="•"/>
          </a:pPr>
          <a:r>
            <a:rPr lang="en-US" sz="1400" dirty="0">
              <a:solidFill>
                <a:sysClr val="windowText" lastClr="000000">
                  <a:hueOff val="0"/>
                  <a:satOff val="0"/>
                  <a:lumOff val="0"/>
                  <a:alphaOff val="0"/>
                </a:sysClr>
              </a:solidFill>
              <a:latin typeface="+mn-lt"/>
              <a:ea typeface="+mn-ea"/>
              <a:cs typeface="+mn-cs"/>
            </a:rPr>
            <a:t>Comparatively, Random forest algorithm provided the best accuracy and precision.</a:t>
          </a:r>
        </a:p>
      </dgm:t>
    </dgm:pt>
    <dgm:pt modelId="{4538C295-5D70-4933-8391-B9D19D64D286}" type="parTrans" cxnId="{2FB69D8E-BAB2-4F3F-AFFC-765868E7B97E}">
      <dgm:prSet/>
      <dgm:spPr/>
      <dgm:t>
        <a:bodyPr/>
        <a:lstStyle/>
        <a:p>
          <a:endParaRPr lang="en-US"/>
        </a:p>
      </dgm:t>
    </dgm:pt>
    <dgm:pt modelId="{D1EF33F2-AFD8-4C0E-8DFB-D4BED0058634}" type="sibTrans" cxnId="{2FB69D8E-BAB2-4F3F-AFFC-765868E7B97E}">
      <dgm:prSet/>
      <dgm:spPr/>
      <dgm:t>
        <a:bodyPr/>
        <a:lstStyle/>
        <a:p>
          <a:endParaRPr lang="en-US"/>
        </a:p>
      </dgm:t>
    </dgm:pt>
    <dgm:pt modelId="{E2156E2A-AE87-4216-9754-C4FCE06C1BF9}" type="pres">
      <dgm:prSet presAssocID="{1D7731A7-EAAE-49FD-B5DB-FFA70B1206D0}" presName="linear" presStyleCnt="0">
        <dgm:presLayoutVars>
          <dgm:dir/>
          <dgm:animLvl val="lvl"/>
          <dgm:resizeHandles val="exact"/>
        </dgm:presLayoutVars>
      </dgm:prSet>
      <dgm:spPr/>
    </dgm:pt>
    <dgm:pt modelId="{E24388B3-3B80-4A06-9871-E336F8245635}" type="pres">
      <dgm:prSet presAssocID="{230E3695-7E83-4D4E-9E47-B617620630A2}" presName="parentLin" presStyleCnt="0"/>
      <dgm:spPr/>
    </dgm:pt>
    <dgm:pt modelId="{C27F777C-7969-400A-AD35-70B1323FCCE7}" type="pres">
      <dgm:prSet presAssocID="{230E3695-7E83-4D4E-9E47-B617620630A2}" presName="parentLeftMargin" presStyleLbl="node1" presStyleIdx="0" presStyleCnt="2"/>
      <dgm:spPr/>
    </dgm:pt>
    <dgm:pt modelId="{F2DE48DC-D812-4C38-8ED4-5F32E0D0D439}" type="pres">
      <dgm:prSet presAssocID="{230E3695-7E83-4D4E-9E47-B617620630A2}" presName="parentText" presStyleLbl="node1" presStyleIdx="0" presStyleCnt="2">
        <dgm:presLayoutVars>
          <dgm:chMax val="0"/>
          <dgm:bulletEnabled val="1"/>
        </dgm:presLayoutVars>
      </dgm:prSet>
      <dgm:spPr/>
    </dgm:pt>
    <dgm:pt modelId="{F290DD84-9B63-4076-84B3-D22B35498A5B}" type="pres">
      <dgm:prSet presAssocID="{230E3695-7E83-4D4E-9E47-B617620630A2}" presName="negativeSpace" presStyleCnt="0"/>
      <dgm:spPr/>
    </dgm:pt>
    <dgm:pt modelId="{8ECC8D4B-5D5B-4360-80F4-1C99328739A6}" type="pres">
      <dgm:prSet presAssocID="{230E3695-7E83-4D4E-9E47-B617620630A2}" presName="childText" presStyleLbl="conFgAcc1" presStyleIdx="0" presStyleCnt="2">
        <dgm:presLayoutVars>
          <dgm:bulletEnabled val="1"/>
        </dgm:presLayoutVars>
      </dgm:prSet>
      <dgm:spPr>
        <a:xfrm>
          <a:off x="0" y="343493"/>
          <a:ext cx="5913437" cy="5292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ln>
        <a:effectLst/>
      </dgm:spPr>
    </dgm:pt>
    <dgm:pt modelId="{51797AB8-2200-4DAA-9CB9-BF121B01D1C9}" type="pres">
      <dgm:prSet presAssocID="{A12F1D8F-FC26-4374-80C9-D10C77240540}" presName="spaceBetweenRectangles" presStyleCnt="0"/>
      <dgm:spPr/>
    </dgm:pt>
    <dgm:pt modelId="{86C8BB65-8027-4C1B-97D0-921B8B7FE8E1}" type="pres">
      <dgm:prSet presAssocID="{88A6E631-45A7-4956-86D2-53E48F932AA0}" presName="parentLin" presStyleCnt="0"/>
      <dgm:spPr/>
    </dgm:pt>
    <dgm:pt modelId="{753187A9-9F60-4CC3-88DB-3D1B9C1AFCE1}" type="pres">
      <dgm:prSet presAssocID="{88A6E631-45A7-4956-86D2-53E48F932AA0}" presName="parentLeftMargin" presStyleLbl="node1" presStyleIdx="0" presStyleCnt="2"/>
      <dgm:spPr/>
    </dgm:pt>
    <dgm:pt modelId="{78EC5B2D-707F-483D-8059-1D059F2AB2C9}" type="pres">
      <dgm:prSet presAssocID="{88A6E631-45A7-4956-86D2-53E48F932AA0}" presName="parentText" presStyleLbl="node1" presStyleIdx="1" presStyleCnt="2" custLinFactNeighborX="3819">
        <dgm:presLayoutVars>
          <dgm:chMax val="0"/>
          <dgm:bulletEnabled val="1"/>
        </dgm:presLayoutVars>
      </dgm:prSet>
      <dgm:spPr/>
    </dgm:pt>
    <dgm:pt modelId="{76897006-ACAC-420A-BA6D-7654393729D3}" type="pres">
      <dgm:prSet presAssocID="{88A6E631-45A7-4956-86D2-53E48F932AA0}" presName="negativeSpace" presStyleCnt="0"/>
      <dgm:spPr/>
    </dgm:pt>
    <dgm:pt modelId="{12B13F37-F79C-4462-A14F-29C90F6BD9E6}" type="pres">
      <dgm:prSet presAssocID="{88A6E631-45A7-4956-86D2-53E48F932AA0}" presName="childText" presStyleLbl="conFgAcc1" presStyleIdx="1" presStyleCnt="2" custScaleX="100000" custScaleY="95973">
        <dgm:presLayoutVars>
          <dgm:bulletEnabled val="1"/>
        </dgm:presLayoutVars>
      </dgm:prSet>
      <dgm:spPr>
        <a:prstGeom prst="rect">
          <a:avLst/>
        </a:prstGeom>
      </dgm:spPr>
    </dgm:pt>
  </dgm:ptLst>
  <dgm:cxnLst>
    <dgm:cxn modelId="{13D8F902-8276-4018-B4BB-D3435205817D}" srcId="{1D7731A7-EAAE-49FD-B5DB-FFA70B1206D0}" destId="{230E3695-7E83-4D4E-9E47-B617620630A2}" srcOrd="0" destOrd="0" parTransId="{D5926815-44D2-422E-B98F-E3699D464337}" sibTransId="{A12F1D8F-FC26-4374-80C9-D10C77240540}"/>
    <dgm:cxn modelId="{9686693C-2F9E-44F1-B2CB-B75599A09CF7}" type="presOf" srcId="{34C3FEA6-60FD-497A-8A18-40F50476F896}" destId="{12B13F37-F79C-4462-A14F-29C90F6BD9E6}" srcOrd="0" destOrd="1" presId="urn:microsoft.com/office/officeart/2005/8/layout/list1"/>
    <dgm:cxn modelId="{24966C4B-CC89-4228-8692-3F620BC5DA1A}" type="presOf" srcId="{88A6E631-45A7-4956-86D2-53E48F932AA0}" destId="{78EC5B2D-707F-483D-8059-1D059F2AB2C9}" srcOrd="1" destOrd="0" presId="urn:microsoft.com/office/officeart/2005/8/layout/list1"/>
    <dgm:cxn modelId="{A6BB8955-240C-4D70-8AF0-81C97EFA4F1F}" type="presOf" srcId="{230E3695-7E83-4D4E-9E47-B617620630A2}" destId="{F2DE48DC-D812-4C38-8ED4-5F32E0D0D439}" srcOrd="1" destOrd="0" presId="urn:microsoft.com/office/officeart/2005/8/layout/list1"/>
    <dgm:cxn modelId="{DB83367C-7EAF-4D33-8547-E55145068A14}" type="presOf" srcId="{AEF65F7A-364E-4F2F-8D76-A61361469832}" destId="{12B13F37-F79C-4462-A14F-29C90F6BD9E6}" srcOrd="0" destOrd="0" presId="urn:microsoft.com/office/officeart/2005/8/layout/list1"/>
    <dgm:cxn modelId="{D081D77E-E8B3-4D92-AFFB-C7CB013F8067}" type="presOf" srcId="{230E3695-7E83-4D4E-9E47-B617620630A2}" destId="{C27F777C-7969-400A-AD35-70B1323FCCE7}" srcOrd="0" destOrd="0" presId="urn:microsoft.com/office/officeart/2005/8/layout/list1"/>
    <dgm:cxn modelId="{2FB69D8E-BAB2-4F3F-AFFC-765868E7B97E}" srcId="{88A6E631-45A7-4956-86D2-53E48F932AA0}" destId="{34C3FEA6-60FD-497A-8A18-40F50476F896}" srcOrd="1" destOrd="0" parTransId="{4538C295-5D70-4933-8391-B9D19D64D286}" sibTransId="{D1EF33F2-AFD8-4C0E-8DFB-D4BED0058634}"/>
    <dgm:cxn modelId="{8DFF67AA-9129-411B-AB3F-CDD2CDCC7CD2}" srcId="{88A6E631-45A7-4956-86D2-53E48F932AA0}" destId="{AEF65F7A-364E-4F2F-8D76-A61361469832}" srcOrd="0" destOrd="0" parTransId="{567D0794-91B6-45D4-A18A-0653B4FE8B72}" sibTransId="{F89FA053-490C-41D8-A865-06078B86220D}"/>
    <dgm:cxn modelId="{2C40F5CB-E80F-4807-80F5-88F7E7ED7937}" type="presOf" srcId="{88A6E631-45A7-4956-86D2-53E48F932AA0}" destId="{753187A9-9F60-4CC3-88DB-3D1B9C1AFCE1}" srcOrd="0" destOrd="0" presId="urn:microsoft.com/office/officeart/2005/8/layout/list1"/>
    <dgm:cxn modelId="{3FD44FD1-DA6F-4A61-BFE9-1246BEE4A09E}" type="presOf" srcId="{1D7731A7-EAAE-49FD-B5DB-FFA70B1206D0}" destId="{E2156E2A-AE87-4216-9754-C4FCE06C1BF9}" srcOrd="0" destOrd="0" presId="urn:microsoft.com/office/officeart/2005/8/layout/list1"/>
    <dgm:cxn modelId="{629AD4D1-F6C2-4AA6-A617-C36F056D7DEA}" srcId="{1D7731A7-EAAE-49FD-B5DB-FFA70B1206D0}" destId="{88A6E631-45A7-4956-86D2-53E48F932AA0}" srcOrd="1" destOrd="0" parTransId="{2DDDE282-AC74-4D81-910C-BBC57C643AC8}" sibTransId="{563A90B4-35EF-449D-8479-2704BFFCB101}"/>
    <dgm:cxn modelId="{016806C2-01B9-496C-B7A6-37BFA10F8612}" type="presParOf" srcId="{E2156E2A-AE87-4216-9754-C4FCE06C1BF9}" destId="{E24388B3-3B80-4A06-9871-E336F8245635}" srcOrd="0" destOrd="0" presId="urn:microsoft.com/office/officeart/2005/8/layout/list1"/>
    <dgm:cxn modelId="{3FDAB9C6-87A1-49A5-8988-347E59375ECD}" type="presParOf" srcId="{E24388B3-3B80-4A06-9871-E336F8245635}" destId="{C27F777C-7969-400A-AD35-70B1323FCCE7}" srcOrd="0" destOrd="0" presId="urn:microsoft.com/office/officeart/2005/8/layout/list1"/>
    <dgm:cxn modelId="{888A5BD6-AF01-4235-95D9-87B69A8CE998}" type="presParOf" srcId="{E24388B3-3B80-4A06-9871-E336F8245635}" destId="{F2DE48DC-D812-4C38-8ED4-5F32E0D0D439}" srcOrd="1" destOrd="0" presId="urn:microsoft.com/office/officeart/2005/8/layout/list1"/>
    <dgm:cxn modelId="{A105625B-E4EE-44DC-AFB5-6D3B2CD54C9A}" type="presParOf" srcId="{E2156E2A-AE87-4216-9754-C4FCE06C1BF9}" destId="{F290DD84-9B63-4076-84B3-D22B35498A5B}" srcOrd="1" destOrd="0" presId="urn:microsoft.com/office/officeart/2005/8/layout/list1"/>
    <dgm:cxn modelId="{9AA554FD-75B7-45DB-ACA9-BF7B32C3DA5A}" type="presParOf" srcId="{E2156E2A-AE87-4216-9754-C4FCE06C1BF9}" destId="{8ECC8D4B-5D5B-4360-80F4-1C99328739A6}" srcOrd="2" destOrd="0" presId="urn:microsoft.com/office/officeart/2005/8/layout/list1"/>
    <dgm:cxn modelId="{C9B9E7E0-E1D4-443B-A4D2-5CFA11154194}" type="presParOf" srcId="{E2156E2A-AE87-4216-9754-C4FCE06C1BF9}" destId="{51797AB8-2200-4DAA-9CB9-BF121B01D1C9}" srcOrd="3" destOrd="0" presId="urn:microsoft.com/office/officeart/2005/8/layout/list1"/>
    <dgm:cxn modelId="{933B366F-1595-4E8D-A905-B44DAE0BC052}" type="presParOf" srcId="{E2156E2A-AE87-4216-9754-C4FCE06C1BF9}" destId="{86C8BB65-8027-4C1B-97D0-921B8B7FE8E1}" srcOrd="4" destOrd="0" presId="urn:microsoft.com/office/officeart/2005/8/layout/list1"/>
    <dgm:cxn modelId="{6E049AB4-6A71-4A4C-BC62-8EE9BDB00CD4}" type="presParOf" srcId="{86C8BB65-8027-4C1B-97D0-921B8B7FE8E1}" destId="{753187A9-9F60-4CC3-88DB-3D1B9C1AFCE1}" srcOrd="0" destOrd="0" presId="urn:microsoft.com/office/officeart/2005/8/layout/list1"/>
    <dgm:cxn modelId="{7D001D8F-CF67-42B1-BFF3-A716A86302C1}" type="presParOf" srcId="{86C8BB65-8027-4C1B-97D0-921B8B7FE8E1}" destId="{78EC5B2D-707F-483D-8059-1D059F2AB2C9}" srcOrd="1" destOrd="0" presId="urn:microsoft.com/office/officeart/2005/8/layout/list1"/>
    <dgm:cxn modelId="{9D7A2DFD-AC6B-47BD-99B8-428D37F652AB}" type="presParOf" srcId="{E2156E2A-AE87-4216-9754-C4FCE06C1BF9}" destId="{76897006-ACAC-420A-BA6D-7654393729D3}" srcOrd="5" destOrd="0" presId="urn:microsoft.com/office/officeart/2005/8/layout/list1"/>
    <dgm:cxn modelId="{92278BDB-C1A1-4744-9C8D-DE380F884769}" type="presParOf" srcId="{E2156E2A-AE87-4216-9754-C4FCE06C1BF9}" destId="{12B13F37-F79C-4462-A14F-29C90F6BD9E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12859A7-C35B-4315-B535-E09B6027EC99}" type="doc">
      <dgm:prSet loTypeId="urn:microsoft.com/office/officeart/2016/7/layout/ChevronBlockProcess" loCatId="process" qsTypeId="urn:microsoft.com/office/officeart/2005/8/quickstyle/simple1" qsCatId="simple" csTypeId="urn:microsoft.com/office/officeart/2005/8/colors/accent1_2" csCatId="accent1"/>
      <dgm:spPr/>
      <dgm:t>
        <a:bodyPr/>
        <a:lstStyle/>
        <a:p>
          <a:endParaRPr lang="en-US"/>
        </a:p>
      </dgm:t>
    </dgm:pt>
    <dgm:pt modelId="{78FBFBF5-6355-4523-AC16-F8BDCE2DF0BF}">
      <dgm:prSet/>
      <dgm:spPr>
        <a:xfrm>
          <a:off x="11061" y="375392"/>
          <a:ext cx="2431544" cy="729463"/>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ln>
        <a:effectLst/>
      </dgm:spPr>
      <dgm:t>
        <a:bodyPr/>
        <a:lstStyle/>
        <a:p>
          <a:pPr>
            <a:buNone/>
          </a:pPr>
          <a:r>
            <a:rPr lang="en-US">
              <a:solidFill>
                <a:sysClr val="window" lastClr="FFFFFF"/>
              </a:solidFill>
              <a:latin typeface="Gill Sans MT" panose="020B0502020104020203"/>
              <a:ea typeface="+mn-ea"/>
              <a:cs typeface="+mn-cs"/>
            </a:rPr>
            <a:t>Step 1</a:t>
          </a:r>
        </a:p>
      </dgm:t>
    </dgm:pt>
    <dgm:pt modelId="{8D304CFB-32B8-452E-9E25-675D03CEA5EE}" type="parTrans" cxnId="{AF2393C3-C63D-494E-915F-04F5CEDA596E}">
      <dgm:prSet/>
      <dgm:spPr/>
      <dgm:t>
        <a:bodyPr/>
        <a:lstStyle/>
        <a:p>
          <a:endParaRPr lang="en-US"/>
        </a:p>
      </dgm:t>
    </dgm:pt>
    <dgm:pt modelId="{D8F56005-F2FB-4C1C-881D-47A689029D8F}" type="sibTrans" cxnId="{AF2393C3-C63D-494E-915F-04F5CEDA596E}">
      <dgm:prSet/>
      <dgm:spPr/>
      <dgm:t>
        <a:bodyPr/>
        <a:lstStyle/>
        <a:p>
          <a:endParaRPr lang="en-US"/>
        </a:p>
      </dgm:t>
    </dgm:pt>
    <dgm:pt modelId="{EBC11DEB-B995-4057-8C35-968B693FA50B}">
      <dgm:prSet/>
      <dgm:spPr>
        <a:xfrm>
          <a:off x="11061"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None/>
          </a:pPr>
          <a:r>
            <a:rPr lang="en-US">
              <a:solidFill>
                <a:sysClr val="windowText" lastClr="000000">
                  <a:hueOff val="0"/>
                  <a:satOff val="0"/>
                  <a:lumOff val="0"/>
                  <a:alphaOff val="0"/>
                </a:sysClr>
              </a:solidFill>
              <a:latin typeface="Gill Sans MT" panose="020B0502020104020203"/>
              <a:ea typeface="+mn-ea"/>
              <a:cs typeface="+mn-cs"/>
            </a:rPr>
            <a:t>Step 1</a:t>
          </a:r>
        </a:p>
      </dgm:t>
    </dgm:pt>
    <dgm:pt modelId="{53FCFD20-AB04-460F-9D09-0E85F640BB40}" type="parTrans" cxnId="{C3FD92E5-28B2-4839-A079-5CCB8BA4E00D}">
      <dgm:prSet/>
      <dgm:spPr/>
      <dgm:t>
        <a:bodyPr/>
        <a:lstStyle/>
        <a:p>
          <a:endParaRPr lang="en-US"/>
        </a:p>
      </dgm:t>
    </dgm:pt>
    <dgm:pt modelId="{B8429268-612F-49C3-8C07-47C85B653F47}" type="sibTrans" cxnId="{C3FD92E5-28B2-4839-A079-5CCB8BA4E00D}">
      <dgm:prSet/>
      <dgm:spPr/>
      <dgm:t>
        <a:bodyPr/>
        <a:lstStyle/>
        <a:p>
          <a:endParaRPr lang="en-US"/>
        </a:p>
      </dgm:t>
    </dgm:pt>
    <dgm:pt modelId="{DECBBCAB-2B2D-407C-AD88-6AC384D974D6}">
      <dgm:prSet/>
      <dgm:spPr>
        <a:xfrm>
          <a:off x="11061"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Char char="•"/>
          </a:pPr>
          <a:r>
            <a:rPr lang="en-US">
              <a:solidFill>
                <a:sysClr val="windowText" lastClr="000000">
                  <a:hueOff val="0"/>
                  <a:satOff val="0"/>
                  <a:lumOff val="0"/>
                  <a:alphaOff val="0"/>
                </a:sysClr>
              </a:solidFill>
              <a:latin typeface="Gill Sans MT" panose="020B0502020104020203"/>
              <a:ea typeface="+mn-ea"/>
              <a:cs typeface="+mn-cs"/>
            </a:rPr>
            <a:t>Select random samples from a given data or training set.</a:t>
          </a:r>
        </a:p>
      </dgm:t>
    </dgm:pt>
    <dgm:pt modelId="{23F4EBA1-9381-4C85-B1D3-664505690732}" type="parTrans" cxnId="{3C0CF448-5BC8-4DB6-96D8-12047BC0EE68}">
      <dgm:prSet/>
      <dgm:spPr/>
      <dgm:t>
        <a:bodyPr/>
        <a:lstStyle/>
        <a:p>
          <a:endParaRPr lang="en-US"/>
        </a:p>
      </dgm:t>
    </dgm:pt>
    <dgm:pt modelId="{C2FF1AB0-ACAA-43C9-846D-DD8FC676BFE8}" type="sibTrans" cxnId="{3C0CF448-5BC8-4DB6-96D8-12047BC0EE68}">
      <dgm:prSet/>
      <dgm:spPr/>
      <dgm:t>
        <a:bodyPr/>
        <a:lstStyle/>
        <a:p>
          <a:endParaRPr lang="en-US"/>
        </a:p>
      </dgm:t>
    </dgm:pt>
    <dgm:pt modelId="{C8540098-14F1-4B5D-9394-DD79C8B77274}">
      <dgm:prSet/>
      <dgm:spPr>
        <a:xfrm>
          <a:off x="2394630" y="375392"/>
          <a:ext cx="2431544" cy="729463"/>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ln>
        <a:effectLst/>
      </dgm:spPr>
      <dgm:t>
        <a:bodyPr/>
        <a:lstStyle/>
        <a:p>
          <a:pPr>
            <a:buNone/>
          </a:pPr>
          <a:r>
            <a:rPr lang="en-US">
              <a:solidFill>
                <a:sysClr val="window" lastClr="FFFFFF"/>
              </a:solidFill>
              <a:latin typeface="Gill Sans MT" panose="020B0502020104020203"/>
              <a:ea typeface="+mn-ea"/>
              <a:cs typeface="+mn-cs"/>
            </a:rPr>
            <a:t>Step 2</a:t>
          </a:r>
        </a:p>
      </dgm:t>
    </dgm:pt>
    <dgm:pt modelId="{F289575E-0AC7-49FF-A907-2242FCDFB42F}" type="parTrans" cxnId="{46AF046F-D0C5-49E8-A1C1-AFEA68728945}">
      <dgm:prSet/>
      <dgm:spPr/>
      <dgm:t>
        <a:bodyPr/>
        <a:lstStyle/>
        <a:p>
          <a:endParaRPr lang="en-US"/>
        </a:p>
      </dgm:t>
    </dgm:pt>
    <dgm:pt modelId="{23C58702-C131-408C-85BE-F8494F9F0298}" type="sibTrans" cxnId="{46AF046F-D0C5-49E8-A1C1-AFEA68728945}">
      <dgm:prSet/>
      <dgm:spPr/>
      <dgm:t>
        <a:bodyPr/>
        <a:lstStyle/>
        <a:p>
          <a:endParaRPr lang="en-US"/>
        </a:p>
      </dgm:t>
    </dgm:pt>
    <dgm:pt modelId="{8DAE395E-CDD8-4051-AC69-840541771D08}">
      <dgm:prSet/>
      <dgm:spPr>
        <a:xfrm>
          <a:off x="2394630"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None/>
          </a:pPr>
          <a:r>
            <a:rPr lang="en-US" dirty="0">
              <a:solidFill>
                <a:sysClr val="windowText" lastClr="000000">
                  <a:hueOff val="0"/>
                  <a:satOff val="0"/>
                  <a:lumOff val="0"/>
                  <a:alphaOff val="0"/>
                </a:sysClr>
              </a:solidFill>
              <a:latin typeface="Gill Sans MT" panose="020B0502020104020203"/>
              <a:ea typeface="+mn-ea"/>
              <a:cs typeface="+mn-cs"/>
            </a:rPr>
            <a:t>Step 2</a:t>
          </a:r>
        </a:p>
      </dgm:t>
    </dgm:pt>
    <dgm:pt modelId="{45224A8C-6DF8-4E81-A25D-AEDA176DD047}" type="parTrans" cxnId="{24548738-D1BB-42B9-8077-172322587C42}">
      <dgm:prSet/>
      <dgm:spPr/>
      <dgm:t>
        <a:bodyPr/>
        <a:lstStyle/>
        <a:p>
          <a:endParaRPr lang="en-US"/>
        </a:p>
      </dgm:t>
    </dgm:pt>
    <dgm:pt modelId="{698BE674-5400-43D9-8135-D1E48E39A486}" type="sibTrans" cxnId="{24548738-D1BB-42B9-8077-172322587C42}">
      <dgm:prSet/>
      <dgm:spPr/>
      <dgm:t>
        <a:bodyPr/>
        <a:lstStyle/>
        <a:p>
          <a:endParaRPr lang="en-US"/>
        </a:p>
      </dgm:t>
    </dgm:pt>
    <dgm:pt modelId="{E3188DA5-DBAC-44E8-A6B9-9C2A849146BF}">
      <dgm:prSet/>
      <dgm:spPr>
        <a:xfrm>
          <a:off x="2394630"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Char char="•"/>
          </a:pPr>
          <a:r>
            <a:rPr lang="en-US">
              <a:solidFill>
                <a:sysClr val="windowText" lastClr="000000">
                  <a:hueOff val="0"/>
                  <a:satOff val="0"/>
                  <a:lumOff val="0"/>
                  <a:alphaOff val="0"/>
                </a:sysClr>
              </a:solidFill>
              <a:latin typeface="Gill Sans MT" panose="020B0502020104020203"/>
              <a:ea typeface="+mn-ea"/>
              <a:cs typeface="+mn-cs"/>
            </a:rPr>
            <a:t>This algorithm will construct a decision tree for every training data.</a:t>
          </a:r>
        </a:p>
      </dgm:t>
    </dgm:pt>
    <dgm:pt modelId="{9235F3C5-ED33-40B0-859F-0521C536688F}" type="parTrans" cxnId="{0D61EA14-1FE3-44F2-8CD6-7D996FCABC71}">
      <dgm:prSet/>
      <dgm:spPr/>
      <dgm:t>
        <a:bodyPr/>
        <a:lstStyle/>
        <a:p>
          <a:endParaRPr lang="en-US"/>
        </a:p>
      </dgm:t>
    </dgm:pt>
    <dgm:pt modelId="{D9CCCAE3-7CEC-4AA2-BA05-1C23B1954ED4}" type="sibTrans" cxnId="{0D61EA14-1FE3-44F2-8CD6-7D996FCABC71}">
      <dgm:prSet/>
      <dgm:spPr/>
      <dgm:t>
        <a:bodyPr/>
        <a:lstStyle/>
        <a:p>
          <a:endParaRPr lang="en-US"/>
        </a:p>
      </dgm:t>
    </dgm:pt>
    <dgm:pt modelId="{F0E47A13-3E38-43FC-A871-7B400557DB96}">
      <dgm:prSet/>
      <dgm:spPr>
        <a:xfrm>
          <a:off x="4778200" y="375392"/>
          <a:ext cx="2431544" cy="729463"/>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ln>
        <a:effectLst/>
      </dgm:spPr>
      <dgm:t>
        <a:bodyPr/>
        <a:lstStyle/>
        <a:p>
          <a:pPr>
            <a:buNone/>
          </a:pPr>
          <a:r>
            <a:rPr lang="en-US">
              <a:solidFill>
                <a:sysClr val="window" lastClr="FFFFFF"/>
              </a:solidFill>
              <a:latin typeface="Gill Sans MT" panose="020B0502020104020203"/>
              <a:ea typeface="+mn-ea"/>
              <a:cs typeface="+mn-cs"/>
            </a:rPr>
            <a:t>Step 3</a:t>
          </a:r>
        </a:p>
      </dgm:t>
    </dgm:pt>
    <dgm:pt modelId="{66514B1F-133A-4900-826C-4C8100F26008}" type="parTrans" cxnId="{CD35349F-2730-468B-9C3E-742DCC409FC0}">
      <dgm:prSet/>
      <dgm:spPr/>
      <dgm:t>
        <a:bodyPr/>
        <a:lstStyle/>
        <a:p>
          <a:endParaRPr lang="en-US"/>
        </a:p>
      </dgm:t>
    </dgm:pt>
    <dgm:pt modelId="{2C93531A-D8A3-49C6-8641-317A13EABA39}" type="sibTrans" cxnId="{CD35349F-2730-468B-9C3E-742DCC409FC0}">
      <dgm:prSet/>
      <dgm:spPr/>
      <dgm:t>
        <a:bodyPr/>
        <a:lstStyle/>
        <a:p>
          <a:endParaRPr lang="en-US"/>
        </a:p>
      </dgm:t>
    </dgm:pt>
    <dgm:pt modelId="{625647D6-8BA5-45FD-90F4-E4A04D464031}">
      <dgm:prSet/>
      <dgm:spPr>
        <a:xfrm>
          <a:off x="4778200"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None/>
          </a:pPr>
          <a:r>
            <a:rPr lang="en-US">
              <a:solidFill>
                <a:sysClr val="windowText" lastClr="000000">
                  <a:hueOff val="0"/>
                  <a:satOff val="0"/>
                  <a:lumOff val="0"/>
                  <a:alphaOff val="0"/>
                </a:sysClr>
              </a:solidFill>
              <a:latin typeface="Gill Sans MT" panose="020B0502020104020203"/>
              <a:ea typeface="+mn-ea"/>
              <a:cs typeface="+mn-cs"/>
            </a:rPr>
            <a:t>Step 3</a:t>
          </a:r>
        </a:p>
      </dgm:t>
    </dgm:pt>
    <dgm:pt modelId="{99077241-D4E4-4E7B-9081-9FADF0D49519}" type="parTrans" cxnId="{1DB4CC1C-FA16-45E8-94D8-4863AF0FD759}">
      <dgm:prSet/>
      <dgm:spPr/>
      <dgm:t>
        <a:bodyPr/>
        <a:lstStyle/>
        <a:p>
          <a:endParaRPr lang="en-US"/>
        </a:p>
      </dgm:t>
    </dgm:pt>
    <dgm:pt modelId="{7745EF3A-1AE0-486E-A270-CF6955279283}" type="sibTrans" cxnId="{1DB4CC1C-FA16-45E8-94D8-4863AF0FD759}">
      <dgm:prSet/>
      <dgm:spPr/>
      <dgm:t>
        <a:bodyPr/>
        <a:lstStyle/>
        <a:p>
          <a:endParaRPr lang="en-US"/>
        </a:p>
      </dgm:t>
    </dgm:pt>
    <dgm:pt modelId="{15B41D05-0859-4C85-B192-16E236225334}">
      <dgm:prSet/>
      <dgm:spPr>
        <a:xfrm>
          <a:off x="4778200"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Char char="•"/>
          </a:pPr>
          <a:r>
            <a:rPr lang="en-US" dirty="0">
              <a:solidFill>
                <a:sysClr val="windowText" lastClr="000000">
                  <a:hueOff val="0"/>
                  <a:satOff val="0"/>
                  <a:lumOff val="0"/>
                  <a:alphaOff val="0"/>
                </a:sysClr>
              </a:solidFill>
              <a:latin typeface="Gill Sans MT" panose="020B0502020104020203"/>
              <a:ea typeface="+mn-ea"/>
              <a:cs typeface="+mn-cs"/>
            </a:rPr>
            <a:t>Voting will take place by averaging the decision tree.</a:t>
          </a:r>
        </a:p>
      </dgm:t>
    </dgm:pt>
    <dgm:pt modelId="{DFBCFAD8-FCD8-4FFC-9810-8207DB36C5D5}" type="parTrans" cxnId="{0B305106-1A27-43EA-A8DE-63AB4136B466}">
      <dgm:prSet/>
      <dgm:spPr/>
      <dgm:t>
        <a:bodyPr/>
        <a:lstStyle/>
        <a:p>
          <a:endParaRPr lang="en-US"/>
        </a:p>
      </dgm:t>
    </dgm:pt>
    <dgm:pt modelId="{3A5FFDA5-0F56-470A-8A8E-99FEF7515A08}" type="sibTrans" cxnId="{0B305106-1A27-43EA-A8DE-63AB4136B466}">
      <dgm:prSet/>
      <dgm:spPr/>
      <dgm:t>
        <a:bodyPr/>
        <a:lstStyle/>
        <a:p>
          <a:endParaRPr lang="en-US"/>
        </a:p>
      </dgm:t>
    </dgm:pt>
    <dgm:pt modelId="{5AA7AAD6-8B9A-418B-AFC9-C90DB01E7C4A}">
      <dgm:prSet/>
      <dgm:spPr>
        <a:xfrm>
          <a:off x="7161769" y="375392"/>
          <a:ext cx="2431544" cy="729463"/>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ln>
        <a:effectLst/>
      </dgm:spPr>
      <dgm:t>
        <a:bodyPr/>
        <a:lstStyle/>
        <a:p>
          <a:pPr>
            <a:buNone/>
          </a:pPr>
          <a:r>
            <a:rPr lang="en-US">
              <a:solidFill>
                <a:sysClr val="window" lastClr="FFFFFF"/>
              </a:solidFill>
              <a:latin typeface="Gill Sans MT" panose="020B0502020104020203"/>
              <a:ea typeface="+mn-ea"/>
              <a:cs typeface="+mn-cs"/>
            </a:rPr>
            <a:t>Step 4</a:t>
          </a:r>
        </a:p>
      </dgm:t>
    </dgm:pt>
    <dgm:pt modelId="{F1DFF2A4-A1EA-492D-9254-576AEB2C7F4B}" type="parTrans" cxnId="{53CF17E2-6511-4100-860E-24AF00F4E202}">
      <dgm:prSet/>
      <dgm:spPr/>
      <dgm:t>
        <a:bodyPr/>
        <a:lstStyle/>
        <a:p>
          <a:endParaRPr lang="en-US"/>
        </a:p>
      </dgm:t>
    </dgm:pt>
    <dgm:pt modelId="{E838E73A-CA32-4E55-B68D-4703FE073139}" type="sibTrans" cxnId="{53CF17E2-6511-4100-860E-24AF00F4E202}">
      <dgm:prSet/>
      <dgm:spPr/>
      <dgm:t>
        <a:bodyPr/>
        <a:lstStyle/>
        <a:p>
          <a:endParaRPr lang="en-US"/>
        </a:p>
      </dgm:t>
    </dgm:pt>
    <dgm:pt modelId="{38A09AB7-FA99-424A-B0E6-43AC2CDF64C7}">
      <dgm:prSet/>
      <dgm:spPr>
        <a:xfrm>
          <a:off x="7161769"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None/>
          </a:pPr>
          <a:r>
            <a:rPr lang="en-US">
              <a:solidFill>
                <a:sysClr val="windowText" lastClr="000000">
                  <a:hueOff val="0"/>
                  <a:satOff val="0"/>
                  <a:lumOff val="0"/>
                  <a:alphaOff val="0"/>
                </a:sysClr>
              </a:solidFill>
              <a:latin typeface="Gill Sans MT" panose="020B0502020104020203"/>
              <a:ea typeface="+mn-ea"/>
              <a:cs typeface="+mn-cs"/>
            </a:rPr>
            <a:t>Step 4</a:t>
          </a:r>
        </a:p>
      </dgm:t>
    </dgm:pt>
    <dgm:pt modelId="{35E17BA1-953F-404A-AFBF-190283A6BCFA}" type="parTrans" cxnId="{3046E864-9FC9-467E-BA98-CF35D41FE7D1}">
      <dgm:prSet/>
      <dgm:spPr/>
      <dgm:t>
        <a:bodyPr/>
        <a:lstStyle/>
        <a:p>
          <a:endParaRPr lang="en-US"/>
        </a:p>
      </dgm:t>
    </dgm:pt>
    <dgm:pt modelId="{FC16F856-8F30-41D8-A386-4BFC4CFBC517}" type="sibTrans" cxnId="{3046E864-9FC9-467E-BA98-CF35D41FE7D1}">
      <dgm:prSet/>
      <dgm:spPr/>
      <dgm:t>
        <a:bodyPr/>
        <a:lstStyle/>
        <a:p>
          <a:endParaRPr lang="en-US"/>
        </a:p>
      </dgm:t>
    </dgm:pt>
    <dgm:pt modelId="{516696D9-C08B-40CB-8229-ECD7E1AF6EED}">
      <dgm:prSet/>
      <dgm:spPr>
        <a:xfrm>
          <a:off x="7161769" y="1104856"/>
          <a:ext cx="2212705" cy="1969389"/>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ln>
        <a:effectLst/>
      </dgm:spPr>
      <dgm:t>
        <a:bodyPr/>
        <a:lstStyle/>
        <a:p>
          <a:pPr>
            <a:buChar char="•"/>
          </a:pPr>
          <a:r>
            <a:rPr lang="en-US">
              <a:solidFill>
                <a:sysClr val="windowText" lastClr="000000">
                  <a:hueOff val="0"/>
                  <a:satOff val="0"/>
                  <a:lumOff val="0"/>
                  <a:alphaOff val="0"/>
                </a:sysClr>
              </a:solidFill>
              <a:latin typeface="Gill Sans MT" panose="020B0502020104020203"/>
              <a:ea typeface="+mn-ea"/>
              <a:cs typeface="+mn-cs"/>
            </a:rPr>
            <a:t>Finally, select the most voted prediction result as the final prediction result</a:t>
          </a:r>
        </a:p>
      </dgm:t>
    </dgm:pt>
    <dgm:pt modelId="{B33FD218-E09E-41AD-B22D-A4D0C52BAF01}" type="parTrans" cxnId="{E376EC76-A529-4B3C-ABD6-5544D5483E57}">
      <dgm:prSet/>
      <dgm:spPr/>
      <dgm:t>
        <a:bodyPr/>
        <a:lstStyle/>
        <a:p>
          <a:endParaRPr lang="en-US"/>
        </a:p>
      </dgm:t>
    </dgm:pt>
    <dgm:pt modelId="{EC8E2DBE-75A1-4A01-AE75-BFBCB710395A}" type="sibTrans" cxnId="{E376EC76-A529-4B3C-ABD6-5544D5483E57}">
      <dgm:prSet/>
      <dgm:spPr/>
      <dgm:t>
        <a:bodyPr/>
        <a:lstStyle/>
        <a:p>
          <a:endParaRPr lang="en-US"/>
        </a:p>
      </dgm:t>
    </dgm:pt>
    <dgm:pt modelId="{8212EA00-307C-44D0-8B2E-FEF14A2C2EF0}" type="pres">
      <dgm:prSet presAssocID="{F12859A7-C35B-4315-B535-E09B6027EC99}" presName="Name0" presStyleCnt="0">
        <dgm:presLayoutVars>
          <dgm:dir/>
          <dgm:animLvl val="lvl"/>
          <dgm:resizeHandles val="exact"/>
        </dgm:presLayoutVars>
      </dgm:prSet>
      <dgm:spPr/>
    </dgm:pt>
    <dgm:pt modelId="{A6947408-5D4A-4B6B-BA77-0B2F5DC61071}" type="pres">
      <dgm:prSet presAssocID="{78FBFBF5-6355-4523-AC16-F8BDCE2DF0BF}" presName="composite" presStyleCnt="0"/>
      <dgm:spPr/>
    </dgm:pt>
    <dgm:pt modelId="{F6835815-DAC9-4D8A-B7C2-91FD0FB07874}" type="pres">
      <dgm:prSet presAssocID="{78FBFBF5-6355-4523-AC16-F8BDCE2DF0BF}" presName="parTx" presStyleLbl="alignNode1" presStyleIdx="0" presStyleCnt="4">
        <dgm:presLayoutVars>
          <dgm:chMax val="0"/>
          <dgm:chPref val="0"/>
        </dgm:presLayoutVars>
      </dgm:prSet>
      <dgm:spPr/>
    </dgm:pt>
    <dgm:pt modelId="{6C21A136-9C69-4CB8-A792-8D6DC4820DA3}" type="pres">
      <dgm:prSet presAssocID="{78FBFBF5-6355-4523-AC16-F8BDCE2DF0BF}" presName="desTx" presStyleLbl="alignAccFollowNode1" presStyleIdx="0" presStyleCnt="4">
        <dgm:presLayoutVars/>
      </dgm:prSet>
      <dgm:spPr/>
    </dgm:pt>
    <dgm:pt modelId="{AE44B8D3-5E2B-48BF-99C5-71C618E00EF6}" type="pres">
      <dgm:prSet presAssocID="{D8F56005-F2FB-4C1C-881D-47A689029D8F}" presName="space" presStyleCnt="0"/>
      <dgm:spPr/>
    </dgm:pt>
    <dgm:pt modelId="{BC8746F9-320D-4BBA-B501-92485D00268A}" type="pres">
      <dgm:prSet presAssocID="{C8540098-14F1-4B5D-9394-DD79C8B77274}" presName="composite" presStyleCnt="0"/>
      <dgm:spPr/>
    </dgm:pt>
    <dgm:pt modelId="{4FFEC249-7C9C-490A-8779-A7356294D122}" type="pres">
      <dgm:prSet presAssocID="{C8540098-14F1-4B5D-9394-DD79C8B77274}" presName="parTx" presStyleLbl="alignNode1" presStyleIdx="1" presStyleCnt="4">
        <dgm:presLayoutVars>
          <dgm:chMax val="0"/>
          <dgm:chPref val="0"/>
        </dgm:presLayoutVars>
      </dgm:prSet>
      <dgm:spPr/>
    </dgm:pt>
    <dgm:pt modelId="{67D3E40B-84D2-4004-910C-F758FBF3BF02}" type="pres">
      <dgm:prSet presAssocID="{C8540098-14F1-4B5D-9394-DD79C8B77274}" presName="desTx" presStyleLbl="alignAccFollowNode1" presStyleIdx="1" presStyleCnt="4">
        <dgm:presLayoutVars/>
      </dgm:prSet>
      <dgm:spPr/>
    </dgm:pt>
    <dgm:pt modelId="{C95CC55E-9DAC-49BF-9F19-9EA00205B1EC}" type="pres">
      <dgm:prSet presAssocID="{23C58702-C131-408C-85BE-F8494F9F0298}" presName="space" presStyleCnt="0"/>
      <dgm:spPr/>
    </dgm:pt>
    <dgm:pt modelId="{548CEB1F-5B4A-4AD9-A499-105A8AB15501}" type="pres">
      <dgm:prSet presAssocID="{F0E47A13-3E38-43FC-A871-7B400557DB96}" presName="composite" presStyleCnt="0"/>
      <dgm:spPr/>
    </dgm:pt>
    <dgm:pt modelId="{DBD64C55-1FD9-4C20-96D8-6D447CAF0BE0}" type="pres">
      <dgm:prSet presAssocID="{F0E47A13-3E38-43FC-A871-7B400557DB96}" presName="parTx" presStyleLbl="alignNode1" presStyleIdx="2" presStyleCnt="4">
        <dgm:presLayoutVars>
          <dgm:chMax val="0"/>
          <dgm:chPref val="0"/>
        </dgm:presLayoutVars>
      </dgm:prSet>
      <dgm:spPr/>
    </dgm:pt>
    <dgm:pt modelId="{B32FC5DF-3A84-4B16-BDB3-448025071384}" type="pres">
      <dgm:prSet presAssocID="{F0E47A13-3E38-43FC-A871-7B400557DB96}" presName="desTx" presStyleLbl="alignAccFollowNode1" presStyleIdx="2" presStyleCnt="4">
        <dgm:presLayoutVars/>
      </dgm:prSet>
      <dgm:spPr/>
    </dgm:pt>
    <dgm:pt modelId="{A4B46690-79C8-4B05-B47C-6893DAF0BCCB}" type="pres">
      <dgm:prSet presAssocID="{2C93531A-D8A3-49C6-8641-317A13EABA39}" presName="space" presStyleCnt="0"/>
      <dgm:spPr/>
    </dgm:pt>
    <dgm:pt modelId="{ECB61825-394F-423D-ACDE-487EA0BBC8B9}" type="pres">
      <dgm:prSet presAssocID="{5AA7AAD6-8B9A-418B-AFC9-C90DB01E7C4A}" presName="composite" presStyleCnt="0"/>
      <dgm:spPr/>
    </dgm:pt>
    <dgm:pt modelId="{C6B71796-0F72-404E-A55F-1223CA79B7FA}" type="pres">
      <dgm:prSet presAssocID="{5AA7AAD6-8B9A-418B-AFC9-C90DB01E7C4A}" presName="parTx" presStyleLbl="alignNode1" presStyleIdx="3" presStyleCnt="4">
        <dgm:presLayoutVars>
          <dgm:chMax val="0"/>
          <dgm:chPref val="0"/>
        </dgm:presLayoutVars>
      </dgm:prSet>
      <dgm:spPr/>
    </dgm:pt>
    <dgm:pt modelId="{311760F2-2E7C-4BF4-8B59-73AADDF8186B}" type="pres">
      <dgm:prSet presAssocID="{5AA7AAD6-8B9A-418B-AFC9-C90DB01E7C4A}" presName="desTx" presStyleLbl="alignAccFollowNode1" presStyleIdx="3" presStyleCnt="4">
        <dgm:presLayoutVars/>
      </dgm:prSet>
      <dgm:spPr/>
    </dgm:pt>
  </dgm:ptLst>
  <dgm:cxnLst>
    <dgm:cxn modelId="{9AE49703-D2CD-464D-85E9-4B5FEE8532D2}" type="presOf" srcId="{8DAE395E-CDD8-4051-AC69-840541771D08}" destId="{67D3E40B-84D2-4004-910C-F758FBF3BF02}" srcOrd="0" destOrd="0" presId="urn:microsoft.com/office/officeart/2016/7/layout/ChevronBlockProcess"/>
    <dgm:cxn modelId="{0B305106-1A27-43EA-A8DE-63AB4136B466}" srcId="{625647D6-8BA5-45FD-90F4-E4A04D464031}" destId="{15B41D05-0859-4C85-B192-16E236225334}" srcOrd="0" destOrd="0" parTransId="{DFBCFAD8-FCD8-4FFC-9810-8207DB36C5D5}" sibTransId="{3A5FFDA5-0F56-470A-8A8E-99FEF7515A08}"/>
    <dgm:cxn modelId="{0D61EA14-1FE3-44F2-8CD6-7D996FCABC71}" srcId="{8DAE395E-CDD8-4051-AC69-840541771D08}" destId="{E3188DA5-DBAC-44E8-A6B9-9C2A849146BF}" srcOrd="0" destOrd="0" parTransId="{9235F3C5-ED33-40B0-859F-0521C536688F}" sibTransId="{D9CCCAE3-7CEC-4AA2-BA05-1C23B1954ED4}"/>
    <dgm:cxn modelId="{1DB4CC1C-FA16-45E8-94D8-4863AF0FD759}" srcId="{F0E47A13-3E38-43FC-A871-7B400557DB96}" destId="{625647D6-8BA5-45FD-90F4-E4A04D464031}" srcOrd="0" destOrd="0" parTransId="{99077241-D4E4-4E7B-9081-9FADF0D49519}" sibTransId="{7745EF3A-1AE0-486E-A270-CF6955279283}"/>
    <dgm:cxn modelId="{BBA74820-2C19-4F55-BC09-8C83DCCAF72D}" type="presOf" srcId="{F12859A7-C35B-4315-B535-E09B6027EC99}" destId="{8212EA00-307C-44D0-8B2E-FEF14A2C2EF0}" srcOrd="0" destOrd="0" presId="urn:microsoft.com/office/officeart/2016/7/layout/ChevronBlockProcess"/>
    <dgm:cxn modelId="{24548738-D1BB-42B9-8077-172322587C42}" srcId="{C8540098-14F1-4B5D-9394-DD79C8B77274}" destId="{8DAE395E-CDD8-4051-AC69-840541771D08}" srcOrd="0" destOrd="0" parTransId="{45224A8C-6DF8-4E81-A25D-AEDA176DD047}" sibTransId="{698BE674-5400-43D9-8135-D1E48E39A486}"/>
    <dgm:cxn modelId="{3046E864-9FC9-467E-BA98-CF35D41FE7D1}" srcId="{5AA7AAD6-8B9A-418B-AFC9-C90DB01E7C4A}" destId="{38A09AB7-FA99-424A-B0E6-43AC2CDF64C7}" srcOrd="0" destOrd="0" parTransId="{35E17BA1-953F-404A-AFBF-190283A6BCFA}" sibTransId="{FC16F856-8F30-41D8-A386-4BFC4CFBC517}"/>
    <dgm:cxn modelId="{3C0CF448-5BC8-4DB6-96D8-12047BC0EE68}" srcId="{EBC11DEB-B995-4057-8C35-968B693FA50B}" destId="{DECBBCAB-2B2D-407C-AD88-6AC384D974D6}" srcOrd="0" destOrd="0" parTransId="{23F4EBA1-9381-4C85-B1D3-664505690732}" sibTransId="{C2FF1AB0-ACAA-43C9-846D-DD8FC676BFE8}"/>
    <dgm:cxn modelId="{46AF046F-D0C5-49E8-A1C1-AFEA68728945}" srcId="{F12859A7-C35B-4315-B535-E09B6027EC99}" destId="{C8540098-14F1-4B5D-9394-DD79C8B77274}" srcOrd="1" destOrd="0" parTransId="{F289575E-0AC7-49FF-A907-2242FCDFB42F}" sibTransId="{23C58702-C131-408C-85BE-F8494F9F0298}"/>
    <dgm:cxn modelId="{A8D84853-2AB8-461B-8D14-CB9A0C8EB87A}" type="presOf" srcId="{C8540098-14F1-4B5D-9394-DD79C8B77274}" destId="{4FFEC249-7C9C-490A-8779-A7356294D122}" srcOrd="0" destOrd="0" presId="urn:microsoft.com/office/officeart/2016/7/layout/ChevronBlockProcess"/>
    <dgm:cxn modelId="{E6849F56-34D1-4D7C-A265-763ACD2C28E9}" type="presOf" srcId="{F0E47A13-3E38-43FC-A871-7B400557DB96}" destId="{DBD64C55-1FD9-4C20-96D8-6D447CAF0BE0}" srcOrd="0" destOrd="0" presId="urn:microsoft.com/office/officeart/2016/7/layout/ChevronBlockProcess"/>
    <dgm:cxn modelId="{E376EC76-A529-4B3C-ABD6-5544D5483E57}" srcId="{38A09AB7-FA99-424A-B0E6-43AC2CDF64C7}" destId="{516696D9-C08B-40CB-8229-ECD7E1AF6EED}" srcOrd="0" destOrd="0" parTransId="{B33FD218-E09E-41AD-B22D-A4D0C52BAF01}" sibTransId="{EC8E2DBE-75A1-4A01-AE75-BFBCB710395A}"/>
    <dgm:cxn modelId="{18676C85-1491-4BF3-9E2C-B78C01914F70}" type="presOf" srcId="{5AA7AAD6-8B9A-418B-AFC9-C90DB01E7C4A}" destId="{C6B71796-0F72-404E-A55F-1223CA79B7FA}" srcOrd="0" destOrd="0" presId="urn:microsoft.com/office/officeart/2016/7/layout/ChevronBlockProcess"/>
    <dgm:cxn modelId="{B8E49F99-83E6-43A4-B2EB-1EAE61703552}" type="presOf" srcId="{78FBFBF5-6355-4523-AC16-F8BDCE2DF0BF}" destId="{F6835815-DAC9-4D8A-B7C2-91FD0FB07874}" srcOrd="0" destOrd="0" presId="urn:microsoft.com/office/officeart/2016/7/layout/ChevronBlockProcess"/>
    <dgm:cxn modelId="{AE4B869A-885A-4107-A435-32F3C3DA8F5E}" type="presOf" srcId="{38A09AB7-FA99-424A-B0E6-43AC2CDF64C7}" destId="{311760F2-2E7C-4BF4-8B59-73AADDF8186B}" srcOrd="0" destOrd="0" presId="urn:microsoft.com/office/officeart/2016/7/layout/ChevronBlockProcess"/>
    <dgm:cxn modelId="{4B166F9C-8716-4F0A-8433-E60371D0F406}" type="presOf" srcId="{516696D9-C08B-40CB-8229-ECD7E1AF6EED}" destId="{311760F2-2E7C-4BF4-8B59-73AADDF8186B}" srcOrd="0" destOrd="1" presId="urn:microsoft.com/office/officeart/2016/7/layout/ChevronBlockProcess"/>
    <dgm:cxn modelId="{CD35349F-2730-468B-9C3E-742DCC409FC0}" srcId="{F12859A7-C35B-4315-B535-E09B6027EC99}" destId="{F0E47A13-3E38-43FC-A871-7B400557DB96}" srcOrd="2" destOrd="0" parTransId="{66514B1F-133A-4900-826C-4C8100F26008}" sibTransId="{2C93531A-D8A3-49C6-8641-317A13EABA39}"/>
    <dgm:cxn modelId="{F7BCB7A2-F7C3-453A-B216-EA6B4DA8209F}" type="presOf" srcId="{DECBBCAB-2B2D-407C-AD88-6AC384D974D6}" destId="{6C21A136-9C69-4CB8-A792-8D6DC4820DA3}" srcOrd="0" destOrd="1" presId="urn:microsoft.com/office/officeart/2016/7/layout/ChevronBlockProcess"/>
    <dgm:cxn modelId="{F37B4CB8-C4F3-4482-9412-C815F8D56505}" type="presOf" srcId="{625647D6-8BA5-45FD-90F4-E4A04D464031}" destId="{B32FC5DF-3A84-4B16-BDB3-448025071384}" srcOrd="0" destOrd="0" presId="urn:microsoft.com/office/officeart/2016/7/layout/ChevronBlockProcess"/>
    <dgm:cxn modelId="{AF2393C3-C63D-494E-915F-04F5CEDA596E}" srcId="{F12859A7-C35B-4315-B535-E09B6027EC99}" destId="{78FBFBF5-6355-4523-AC16-F8BDCE2DF0BF}" srcOrd="0" destOrd="0" parTransId="{8D304CFB-32B8-452E-9E25-675D03CEA5EE}" sibTransId="{D8F56005-F2FB-4C1C-881D-47A689029D8F}"/>
    <dgm:cxn modelId="{29718AC7-12E8-480B-A5EF-25C8583421D8}" type="presOf" srcId="{E3188DA5-DBAC-44E8-A6B9-9C2A849146BF}" destId="{67D3E40B-84D2-4004-910C-F758FBF3BF02}" srcOrd="0" destOrd="1" presId="urn:microsoft.com/office/officeart/2016/7/layout/ChevronBlockProcess"/>
    <dgm:cxn modelId="{F882CBD7-058F-4993-BC9E-6226548CDF46}" type="presOf" srcId="{15B41D05-0859-4C85-B192-16E236225334}" destId="{B32FC5DF-3A84-4B16-BDB3-448025071384}" srcOrd="0" destOrd="1" presId="urn:microsoft.com/office/officeart/2016/7/layout/ChevronBlockProcess"/>
    <dgm:cxn modelId="{5D0FCDE1-6790-4C69-8682-7FCB244924F6}" type="presOf" srcId="{EBC11DEB-B995-4057-8C35-968B693FA50B}" destId="{6C21A136-9C69-4CB8-A792-8D6DC4820DA3}" srcOrd="0" destOrd="0" presId="urn:microsoft.com/office/officeart/2016/7/layout/ChevronBlockProcess"/>
    <dgm:cxn modelId="{53CF17E2-6511-4100-860E-24AF00F4E202}" srcId="{F12859A7-C35B-4315-B535-E09B6027EC99}" destId="{5AA7AAD6-8B9A-418B-AFC9-C90DB01E7C4A}" srcOrd="3" destOrd="0" parTransId="{F1DFF2A4-A1EA-492D-9254-576AEB2C7F4B}" sibTransId="{E838E73A-CA32-4E55-B68D-4703FE073139}"/>
    <dgm:cxn modelId="{C3FD92E5-28B2-4839-A079-5CCB8BA4E00D}" srcId="{78FBFBF5-6355-4523-AC16-F8BDCE2DF0BF}" destId="{EBC11DEB-B995-4057-8C35-968B693FA50B}" srcOrd="0" destOrd="0" parTransId="{53FCFD20-AB04-460F-9D09-0E85F640BB40}" sibTransId="{B8429268-612F-49C3-8C07-47C85B653F47}"/>
    <dgm:cxn modelId="{DF913854-3E98-4EEA-B6A7-541EABC58ABD}" type="presParOf" srcId="{8212EA00-307C-44D0-8B2E-FEF14A2C2EF0}" destId="{A6947408-5D4A-4B6B-BA77-0B2F5DC61071}" srcOrd="0" destOrd="0" presId="urn:microsoft.com/office/officeart/2016/7/layout/ChevronBlockProcess"/>
    <dgm:cxn modelId="{B0705C8A-8140-47B5-BD0D-974EE23BC6C7}" type="presParOf" srcId="{A6947408-5D4A-4B6B-BA77-0B2F5DC61071}" destId="{F6835815-DAC9-4D8A-B7C2-91FD0FB07874}" srcOrd="0" destOrd="0" presId="urn:microsoft.com/office/officeart/2016/7/layout/ChevronBlockProcess"/>
    <dgm:cxn modelId="{760A2F2E-CA42-4354-AFD9-0A80D811C9C0}" type="presParOf" srcId="{A6947408-5D4A-4B6B-BA77-0B2F5DC61071}" destId="{6C21A136-9C69-4CB8-A792-8D6DC4820DA3}" srcOrd="1" destOrd="0" presId="urn:microsoft.com/office/officeart/2016/7/layout/ChevronBlockProcess"/>
    <dgm:cxn modelId="{9F5B8BBB-11A1-4235-971F-B28A36CBAA6E}" type="presParOf" srcId="{8212EA00-307C-44D0-8B2E-FEF14A2C2EF0}" destId="{AE44B8D3-5E2B-48BF-99C5-71C618E00EF6}" srcOrd="1" destOrd="0" presId="urn:microsoft.com/office/officeart/2016/7/layout/ChevronBlockProcess"/>
    <dgm:cxn modelId="{4CB2AE3F-B2C7-4C9C-9479-A2CDF0731B62}" type="presParOf" srcId="{8212EA00-307C-44D0-8B2E-FEF14A2C2EF0}" destId="{BC8746F9-320D-4BBA-B501-92485D00268A}" srcOrd="2" destOrd="0" presId="urn:microsoft.com/office/officeart/2016/7/layout/ChevronBlockProcess"/>
    <dgm:cxn modelId="{B9705469-6B21-4F88-8003-F9009518B203}" type="presParOf" srcId="{BC8746F9-320D-4BBA-B501-92485D00268A}" destId="{4FFEC249-7C9C-490A-8779-A7356294D122}" srcOrd="0" destOrd="0" presId="urn:microsoft.com/office/officeart/2016/7/layout/ChevronBlockProcess"/>
    <dgm:cxn modelId="{D15D2100-4B43-4859-BCF2-EEFC010EC006}" type="presParOf" srcId="{BC8746F9-320D-4BBA-B501-92485D00268A}" destId="{67D3E40B-84D2-4004-910C-F758FBF3BF02}" srcOrd="1" destOrd="0" presId="urn:microsoft.com/office/officeart/2016/7/layout/ChevronBlockProcess"/>
    <dgm:cxn modelId="{C061BBEC-F743-4F27-B390-97142E9169A0}" type="presParOf" srcId="{8212EA00-307C-44D0-8B2E-FEF14A2C2EF0}" destId="{C95CC55E-9DAC-49BF-9F19-9EA00205B1EC}" srcOrd="3" destOrd="0" presId="urn:microsoft.com/office/officeart/2016/7/layout/ChevronBlockProcess"/>
    <dgm:cxn modelId="{49ADBE45-9ABC-4B5C-8B42-F720B4F7448E}" type="presParOf" srcId="{8212EA00-307C-44D0-8B2E-FEF14A2C2EF0}" destId="{548CEB1F-5B4A-4AD9-A499-105A8AB15501}" srcOrd="4" destOrd="0" presId="urn:microsoft.com/office/officeart/2016/7/layout/ChevronBlockProcess"/>
    <dgm:cxn modelId="{A643B810-E2F3-4291-9174-6984AF76001D}" type="presParOf" srcId="{548CEB1F-5B4A-4AD9-A499-105A8AB15501}" destId="{DBD64C55-1FD9-4C20-96D8-6D447CAF0BE0}" srcOrd="0" destOrd="0" presId="urn:microsoft.com/office/officeart/2016/7/layout/ChevronBlockProcess"/>
    <dgm:cxn modelId="{FAD04459-1F4C-4967-BC2C-91277A356FF2}" type="presParOf" srcId="{548CEB1F-5B4A-4AD9-A499-105A8AB15501}" destId="{B32FC5DF-3A84-4B16-BDB3-448025071384}" srcOrd="1" destOrd="0" presId="urn:microsoft.com/office/officeart/2016/7/layout/ChevronBlockProcess"/>
    <dgm:cxn modelId="{C2964B02-9660-4353-B912-60EBCF38B1D5}" type="presParOf" srcId="{8212EA00-307C-44D0-8B2E-FEF14A2C2EF0}" destId="{A4B46690-79C8-4B05-B47C-6893DAF0BCCB}" srcOrd="5" destOrd="0" presId="urn:microsoft.com/office/officeart/2016/7/layout/ChevronBlockProcess"/>
    <dgm:cxn modelId="{F56778D0-156D-471B-834F-EFADA887E13C}" type="presParOf" srcId="{8212EA00-307C-44D0-8B2E-FEF14A2C2EF0}" destId="{ECB61825-394F-423D-ACDE-487EA0BBC8B9}" srcOrd="6" destOrd="0" presId="urn:microsoft.com/office/officeart/2016/7/layout/ChevronBlockProcess"/>
    <dgm:cxn modelId="{6811E290-92D8-435E-970E-A178980A383B}" type="presParOf" srcId="{ECB61825-394F-423D-ACDE-487EA0BBC8B9}" destId="{C6B71796-0F72-404E-A55F-1223CA79B7FA}" srcOrd="0" destOrd="0" presId="urn:microsoft.com/office/officeart/2016/7/layout/ChevronBlockProcess"/>
    <dgm:cxn modelId="{87104390-7F61-4A9A-8361-F67499E05337}" type="presParOf" srcId="{ECB61825-394F-423D-ACDE-487EA0BBC8B9}" destId="{311760F2-2E7C-4BF4-8B59-73AADDF8186B}" srcOrd="1" destOrd="0" presId="urn:microsoft.com/office/officeart/2016/7/layout/ChevronBlock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B4649A5-A9F7-429F-AEBF-50248E381C23}"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1139136F-B850-4CD7-92D0-7DE445641C72}">
      <dgm:prSet custT="1"/>
      <dgm:spPr>
        <a:xfrm>
          <a:off x="0" y="56641"/>
          <a:ext cx="5913437" cy="1482974"/>
        </a:xfrm>
        <a:prstGeom prst="roundRect">
          <a:avLst/>
        </a:prstGeom>
        <a:gradFill rotWithShape="0">
          <a:gsLst>
            <a:gs pos="0">
              <a:srgbClr val="586EA6">
                <a:hueOff val="0"/>
                <a:satOff val="0"/>
                <a:lumOff val="0"/>
                <a:alphaOff val="0"/>
                <a:tint val="98000"/>
                <a:satMod val="110000"/>
                <a:lumMod val="104000"/>
              </a:srgbClr>
            </a:gs>
            <a:gs pos="69000">
              <a:srgbClr val="586EA6">
                <a:hueOff val="0"/>
                <a:satOff val="0"/>
                <a:lumOff val="0"/>
                <a:alphaOff val="0"/>
                <a:shade val="88000"/>
                <a:satMod val="130000"/>
                <a:lumMod val="92000"/>
              </a:srgbClr>
            </a:gs>
            <a:gs pos="100000">
              <a:srgbClr val="586EA6">
                <a:hueOff val="0"/>
                <a:satOff val="0"/>
                <a:lumOff val="0"/>
                <a:alphaOff val="0"/>
                <a:shade val="78000"/>
                <a:satMod val="130000"/>
                <a:lumMod val="92000"/>
              </a:srgbClr>
            </a:gs>
          </a:gsLst>
          <a:lin ang="5400000" scaled="0"/>
        </a:gradFill>
        <a:ln>
          <a:noFill/>
        </a:ln>
        <a:effectLst/>
      </dgm:spPr>
      <dgm:t>
        <a:bodyPr/>
        <a:lstStyle/>
        <a:p>
          <a:pPr algn="ctr">
            <a:buNone/>
          </a:pPr>
          <a:r>
            <a:rPr lang="en-US" sz="1400" dirty="0">
              <a:solidFill>
                <a:sysClr val="window" lastClr="FFFFFF"/>
              </a:solidFill>
              <a:latin typeface="+mn-lt"/>
              <a:ea typeface="+mn-ea"/>
              <a:cs typeface="+mn-cs"/>
            </a:rPr>
            <a:t>We have got 81% accuracy by using Random Forest algorithm.</a:t>
          </a:r>
        </a:p>
      </dgm:t>
    </dgm:pt>
    <dgm:pt modelId="{D1CA1F39-19C2-4529-AA6F-1FDEC070A07B}" type="parTrans" cxnId="{8F729ECC-4662-47C1-AD1C-B945B011177A}">
      <dgm:prSet/>
      <dgm:spPr/>
      <dgm:t>
        <a:bodyPr/>
        <a:lstStyle/>
        <a:p>
          <a:endParaRPr lang="en-US"/>
        </a:p>
      </dgm:t>
    </dgm:pt>
    <dgm:pt modelId="{6B1A0959-8A06-4B09-A5D1-C09D1E71FB35}" type="sibTrans" cxnId="{8F729ECC-4662-47C1-AD1C-B945B011177A}">
      <dgm:prSet phldrT="01" phldr="0"/>
      <dgm:spPr/>
      <dgm:t>
        <a:bodyPr/>
        <a:lstStyle/>
        <a:p>
          <a:endParaRPr lang="en-US"/>
        </a:p>
      </dgm:t>
    </dgm:pt>
    <dgm:pt modelId="{32F88473-39FC-446F-91AA-B749357E382F}">
      <dgm:prSet custT="1"/>
      <dgm:spPr>
        <a:xfrm>
          <a:off x="0" y="1577056"/>
          <a:ext cx="5913437" cy="1482974"/>
        </a:xfrm>
        <a:prstGeom prst="roundRect">
          <a:avLst/>
        </a:prstGeom>
        <a:gradFill rotWithShape="0">
          <a:gsLst>
            <a:gs pos="0">
              <a:srgbClr val="586EA6">
                <a:hueOff val="-842315"/>
                <a:satOff val="-3972"/>
                <a:lumOff val="980"/>
                <a:alphaOff val="0"/>
                <a:tint val="98000"/>
                <a:satMod val="110000"/>
                <a:lumMod val="104000"/>
              </a:srgbClr>
            </a:gs>
            <a:gs pos="69000">
              <a:srgbClr val="586EA6">
                <a:hueOff val="-842315"/>
                <a:satOff val="-3972"/>
                <a:lumOff val="980"/>
                <a:alphaOff val="0"/>
                <a:shade val="88000"/>
                <a:satMod val="130000"/>
                <a:lumMod val="92000"/>
              </a:srgbClr>
            </a:gs>
            <a:gs pos="100000">
              <a:srgbClr val="586EA6">
                <a:hueOff val="-842315"/>
                <a:satOff val="-3972"/>
                <a:lumOff val="980"/>
                <a:alphaOff val="0"/>
                <a:shade val="78000"/>
                <a:satMod val="130000"/>
                <a:lumMod val="92000"/>
              </a:srgbClr>
            </a:gs>
          </a:gsLst>
          <a:lin ang="5400000" scaled="0"/>
        </a:gradFill>
        <a:ln>
          <a:noFill/>
        </a:ln>
        <a:effectLst/>
      </dgm:spPr>
      <dgm:t>
        <a:bodyPr/>
        <a:lstStyle/>
        <a:p>
          <a:pPr algn="ctr">
            <a:buNone/>
          </a:pPr>
          <a:r>
            <a:rPr lang="en-US" sz="1400" dirty="0">
              <a:solidFill>
                <a:sysClr val="window" lastClr="FFFFFF"/>
              </a:solidFill>
              <a:latin typeface="+mn-lt"/>
              <a:ea typeface="+mn-ea"/>
              <a:cs typeface="+mn-cs"/>
            </a:rPr>
            <a:t>It can handle data very effectively, whether it is binary, continuous, or categorical.</a:t>
          </a:r>
        </a:p>
      </dgm:t>
    </dgm:pt>
    <dgm:pt modelId="{BE92EE7C-4510-4D60-8310-E400D8B60A15}" type="parTrans" cxnId="{940102FB-69C0-4659-9EDA-F897F4AACD8F}">
      <dgm:prSet/>
      <dgm:spPr/>
      <dgm:t>
        <a:bodyPr/>
        <a:lstStyle/>
        <a:p>
          <a:endParaRPr lang="en-US"/>
        </a:p>
      </dgm:t>
    </dgm:pt>
    <dgm:pt modelId="{2A5292D8-6A96-47B5-A45F-22C6A3180C0D}" type="sibTrans" cxnId="{940102FB-69C0-4659-9EDA-F897F4AACD8F}">
      <dgm:prSet phldrT="02" phldr="0"/>
      <dgm:spPr/>
      <dgm:t>
        <a:bodyPr/>
        <a:lstStyle/>
        <a:p>
          <a:endParaRPr lang="en-US"/>
        </a:p>
      </dgm:t>
    </dgm:pt>
    <dgm:pt modelId="{6459DD64-3D70-48AC-9762-60CA25F8FCC6}">
      <dgm:prSet custT="1"/>
      <dgm:spPr>
        <a:xfrm>
          <a:off x="0" y="3097471"/>
          <a:ext cx="5913437" cy="1482974"/>
        </a:xfrm>
        <a:prstGeom prst="roundRect">
          <a:avLst/>
        </a:prstGeom>
        <a:gradFill rotWithShape="0">
          <a:gsLst>
            <a:gs pos="0">
              <a:srgbClr val="586EA6">
                <a:hueOff val="-1684631"/>
                <a:satOff val="-7944"/>
                <a:lumOff val="1960"/>
                <a:alphaOff val="0"/>
                <a:tint val="98000"/>
                <a:satMod val="110000"/>
                <a:lumMod val="104000"/>
              </a:srgbClr>
            </a:gs>
            <a:gs pos="69000">
              <a:srgbClr val="586EA6">
                <a:hueOff val="-1684631"/>
                <a:satOff val="-7944"/>
                <a:lumOff val="1960"/>
                <a:alphaOff val="0"/>
                <a:shade val="88000"/>
                <a:satMod val="130000"/>
                <a:lumMod val="92000"/>
              </a:srgbClr>
            </a:gs>
            <a:gs pos="100000">
              <a:srgbClr val="586EA6">
                <a:hueOff val="-1684631"/>
                <a:satOff val="-7944"/>
                <a:lumOff val="1960"/>
                <a:alphaOff val="0"/>
                <a:shade val="78000"/>
                <a:satMod val="130000"/>
                <a:lumMod val="92000"/>
              </a:srgbClr>
            </a:gs>
          </a:gsLst>
          <a:lin ang="5400000" scaled="0"/>
        </a:gradFill>
        <a:ln>
          <a:noFill/>
        </a:ln>
        <a:effectLst/>
      </dgm:spPr>
      <dgm:t>
        <a:bodyPr/>
        <a:lstStyle/>
        <a:p>
          <a:pPr algn="ctr">
            <a:buNone/>
          </a:pPr>
          <a:r>
            <a:rPr lang="en-US" sz="1400" dirty="0">
              <a:solidFill>
                <a:sysClr val="window" lastClr="FFFFFF"/>
              </a:solidFill>
              <a:latin typeface="+mn-lt"/>
              <a:ea typeface="+mn-ea"/>
              <a:cs typeface="+mn-cs"/>
            </a:rPr>
            <a:t>One of the finest aspects of the Random Forest is that it can accommodate missing values, making it an excellent solution for anyone who wants to create a model quickly and efficiently.</a:t>
          </a:r>
        </a:p>
        <a:p>
          <a:pPr algn="l">
            <a:buNone/>
          </a:pPr>
          <a:endParaRPr lang="en-US" sz="1400" dirty="0">
            <a:solidFill>
              <a:sysClr val="window" lastClr="FFFFFF"/>
            </a:solidFill>
            <a:latin typeface="+mn-lt"/>
            <a:ea typeface="+mn-ea"/>
            <a:cs typeface="+mn-cs"/>
          </a:endParaRPr>
        </a:p>
        <a:p>
          <a:pPr algn="l">
            <a:buNone/>
          </a:pPr>
          <a:endParaRPr lang="en-US" sz="1400" dirty="0">
            <a:solidFill>
              <a:sysClr val="window" lastClr="FFFFFF"/>
            </a:solidFill>
            <a:latin typeface="+mn-lt"/>
            <a:ea typeface="+mn-ea"/>
            <a:cs typeface="+mn-cs"/>
          </a:endParaRPr>
        </a:p>
        <a:p>
          <a:pPr algn="l">
            <a:buNone/>
          </a:pPr>
          <a:endParaRPr lang="en-US" sz="1400" dirty="0">
            <a:solidFill>
              <a:sysClr val="window" lastClr="FFFFFF"/>
            </a:solidFill>
            <a:latin typeface="+mn-lt"/>
            <a:ea typeface="+mn-ea"/>
            <a:cs typeface="+mn-cs"/>
          </a:endParaRPr>
        </a:p>
      </dgm:t>
    </dgm:pt>
    <dgm:pt modelId="{7F433C48-763D-4362-95D0-0296052E1C1E}" type="parTrans" cxnId="{BABA16DE-0612-46D8-8327-62CCD5A782BD}">
      <dgm:prSet/>
      <dgm:spPr/>
      <dgm:t>
        <a:bodyPr/>
        <a:lstStyle/>
        <a:p>
          <a:endParaRPr lang="en-US"/>
        </a:p>
      </dgm:t>
    </dgm:pt>
    <dgm:pt modelId="{4D569D18-83B9-4D00-AD18-417ADA7D948D}" type="sibTrans" cxnId="{BABA16DE-0612-46D8-8327-62CCD5A782BD}">
      <dgm:prSet phldrT="03" phldr="0"/>
      <dgm:spPr/>
      <dgm:t>
        <a:bodyPr/>
        <a:lstStyle/>
        <a:p>
          <a:endParaRPr lang="en-US"/>
        </a:p>
      </dgm:t>
    </dgm:pt>
    <dgm:pt modelId="{15A08E87-24F1-4A45-80FC-BD67EB4CD5CA}" type="pres">
      <dgm:prSet presAssocID="{FB4649A5-A9F7-429F-AEBF-50248E381C23}" presName="linear" presStyleCnt="0">
        <dgm:presLayoutVars>
          <dgm:animLvl val="lvl"/>
          <dgm:resizeHandles val="exact"/>
        </dgm:presLayoutVars>
      </dgm:prSet>
      <dgm:spPr/>
    </dgm:pt>
    <dgm:pt modelId="{5CDA58F8-AF91-45C1-B4FA-748D37E73517}" type="pres">
      <dgm:prSet presAssocID="{1139136F-B850-4CD7-92D0-7DE445641C72}" presName="parentText" presStyleLbl="node1" presStyleIdx="0" presStyleCnt="3">
        <dgm:presLayoutVars>
          <dgm:chMax val="0"/>
          <dgm:bulletEnabled val="1"/>
        </dgm:presLayoutVars>
      </dgm:prSet>
      <dgm:spPr/>
    </dgm:pt>
    <dgm:pt modelId="{5B56190E-C7B0-4B23-AFFB-30803738D355}" type="pres">
      <dgm:prSet presAssocID="{6B1A0959-8A06-4B09-A5D1-C09D1E71FB35}" presName="spacer" presStyleCnt="0"/>
      <dgm:spPr/>
    </dgm:pt>
    <dgm:pt modelId="{3AEDB818-EEE7-4B8B-8AF0-ED183BB07DE3}" type="pres">
      <dgm:prSet presAssocID="{32F88473-39FC-446F-91AA-B749357E382F}" presName="parentText" presStyleLbl="node1" presStyleIdx="1" presStyleCnt="3">
        <dgm:presLayoutVars>
          <dgm:chMax val="0"/>
          <dgm:bulletEnabled val="1"/>
        </dgm:presLayoutVars>
      </dgm:prSet>
      <dgm:spPr/>
    </dgm:pt>
    <dgm:pt modelId="{BDB7D062-8502-437D-B90B-ACB80A190E24}" type="pres">
      <dgm:prSet presAssocID="{2A5292D8-6A96-47B5-A45F-22C6A3180C0D}" presName="spacer" presStyleCnt="0"/>
      <dgm:spPr/>
    </dgm:pt>
    <dgm:pt modelId="{E86C0A12-8579-42AF-A843-2CE2F2DB6512}" type="pres">
      <dgm:prSet presAssocID="{6459DD64-3D70-48AC-9762-60CA25F8FCC6}" presName="parentText" presStyleLbl="node1" presStyleIdx="2" presStyleCnt="3">
        <dgm:presLayoutVars>
          <dgm:chMax val="0"/>
          <dgm:bulletEnabled val="1"/>
        </dgm:presLayoutVars>
      </dgm:prSet>
      <dgm:spPr/>
    </dgm:pt>
  </dgm:ptLst>
  <dgm:cxnLst>
    <dgm:cxn modelId="{61F7E222-84DC-44E8-8F9C-0AD3A31E8B23}" type="presOf" srcId="{6459DD64-3D70-48AC-9762-60CA25F8FCC6}" destId="{E86C0A12-8579-42AF-A843-2CE2F2DB6512}" srcOrd="0" destOrd="0" presId="urn:microsoft.com/office/officeart/2005/8/layout/vList2"/>
    <dgm:cxn modelId="{F3D0ED97-D4BD-4C97-BF5A-8E9143DDA021}" type="presOf" srcId="{1139136F-B850-4CD7-92D0-7DE445641C72}" destId="{5CDA58F8-AF91-45C1-B4FA-748D37E73517}" srcOrd="0" destOrd="0" presId="urn:microsoft.com/office/officeart/2005/8/layout/vList2"/>
    <dgm:cxn modelId="{EC41419C-E20E-40FE-8923-44E57F275B97}" type="presOf" srcId="{FB4649A5-A9F7-429F-AEBF-50248E381C23}" destId="{15A08E87-24F1-4A45-80FC-BD67EB4CD5CA}" srcOrd="0" destOrd="0" presId="urn:microsoft.com/office/officeart/2005/8/layout/vList2"/>
    <dgm:cxn modelId="{8F729ECC-4662-47C1-AD1C-B945B011177A}" srcId="{FB4649A5-A9F7-429F-AEBF-50248E381C23}" destId="{1139136F-B850-4CD7-92D0-7DE445641C72}" srcOrd="0" destOrd="0" parTransId="{D1CA1F39-19C2-4529-AA6F-1FDEC070A07B}" sibTransId="{6B1A0959-8A06-4B09-A5D1-C09D1E71FB35}"/>
    <dgm:cxn modelId="{0EC921D4-084A-41C9-9F47-45E3247267C2}" type="presOf" srcId="{32F88473-39FC-446F-91AA-B749357E382F}" destId="{3AEDB818-EEE7-4B8B-8AF0-ED183BB07DE3}" srcOrd="0" destOrd="0" presId="urn:microsoft.com/office/officeart/2005/8/layout/vList2"/>
    <dgm:cxn modelId="{BABA16DE-0612-46D8-8327-62CCD5A782BD}" srcId="{FB4649A5-A9F7-429F-AEBF-50248E381C23}" destId="{6459DD64-3D70-48AC-9762-60CA25F8FCC6}" srcOrd="2" destOrd="0" parTransId="{7F433C48-763D-4362-95D0-0296052E1C1E}" sibTransId="{4D569D18-83B9-4D00-AD18-417ADA7D948D}"/>
    <dgm:cxn modelId="{940102FB-69C0-4659-9EDA-F897F4AACD8F}" srcId="{FB4649A5-A9F7-429F-AEBF-50248E381C23}" destId="{32F88473-39FC-446F-91AA-B749357E382F}" srcOrd="1" destOrd="0" parTransId="{BE92EE7C-4510-4D60-8310-E400D8B60A15}" sibTransId="{2A5292D8-6A96-47B5-A45F-22C6A3180C0D}"/>
    <dgm:cxn modelId="{BB630AB3-433B-4E39-B54C-22183AD35533}" type="presParOf" srcId="{15A08E87-24F1-4A45-80FC-BD67EB4CD5CA}" destId="{5CDA58F8-AF91-45C1-B4FA-748D37E73517}" srcOrd="0" destOrd="0" presId="urn:microsoft.com/office/officeart/2005/8/layout/vList2"/>
    <dgm:cxn modelId="{5C65CF8A-1874-4879-B7BB-2C8BE0BBF7CB}" type="presParOf" srcId="{15A08E87-24F1-4A45-80FC-BD67EB4CD5CA}" destId="{5B56190E-C7B0-4B23-AFFB-30803738D355}" srcOrd="1" destOrd="0" presId="urn:microsoft.com/office/officeart/2005/8/layout/vList2"/>
    <dgm:cxn modelId="{FD5CF80E-B715-4DE7-B92A-2F6934A3E36E}" type="presParOf" srcId="{15A08E87-24F1-4A45-80FC-BD67EB4CD5CA}" destId="{3AEDB818-EEE7-4B8B-8AF0-ED183BB07DE3}" srcOrd="2" destOrd="0" presId="urn:microsoft.com/office/officeart/2005/8/layout/vList2"/>
    <dgm:cxn modelId="{B88F56B0-20C5-42B8-AB38-F3B4DAA704F2}" type="presParOf" srcId="{15A08E87-24F1-4A45-80FC-BD67EB4CD5CA}" destId="{BDB7D062-8502-437D-B90B-ACB80A190E24}" srcOrd="3" destOrd="0" presId="urn:microsoft.com/office/officeart/2005/8/layout/vList2"/>
    <dgm:cxn modelId="{20D9B870-0C33-40E7-B8F2-36A541AEBEDA}" type="presParOf" srcId="{15A08E87-24F1-4A45-80FC-BD67EB4CD5CA}" destId="{E86C0A12-8579-42AF-A843-2CE2F2DB6512}"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92A6B23-DAA5-423E-A890-4E59806058A4}"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39CD703-F774-446C-95AA-3713C2AA7084}">
      <dgm:prSet custT="1"/>
      <dgm:spPr>
        <a:xfrm>
          <a:off x="1158352" y="579450"/>
          <a:ext cx="1886220" cy="800214"/>
        </a:xfrm>
        <a:prstGeom prst="rect">
          <a:avLst/>
        </a:prstGeom>
        <a:noFill/>
        <a:ln>
          <a:noFill/>
        </a:ln>
        <a:effectLst/>
      </dgm:spPr>
      <dgm:t>
        <a:bodyPr/>
        <a:lstStyle/>
        <a:p>
          <a:pPr algn="just">
            <a:buNone/>
          </a:pPr>
          <a:r>
            <a:rPr lang="en-US" sz="1200" dirty="0">
              <a:solidFill>
                <a:sysClr val="windowText" lastClr="000000">
                  <a:hueOff val="0"/>
                  <a:satOff val="0"/>
                  <a:lumOff val="0"/>
                  <a:alphaOff val="0"/>
                </a:sysClr>
              </a:solidFill>
              <a:latin typeface="+mn-lt"/>
              <a:ea typeface="+mn-ea"/>
              <a:cs typeface="+mn-cs"/>
            </a:rPr>
            <a:t>In this predictive module, we have learnt about data modeling, feature extraction and different machine learning algorithms.</a:t>
          </a:r>
        </a:p>
      </dgm:t>
    </dgm:pt>
    <dgm:pt modelId="{9FC8CFDD-8CE4-454D-B1AE-7C0AE1F528CF}" type="parTrans" cxnId="{E510C82F-5267-4C19-82C6-C85246AA4172}">
      <dgm:prSet/>
      <dgm:spPr/>
      <dgm:t>
        <a:bodyPr/>
        <a:lstStyle/>
        <a:p>
          <a:endParaRPr lang="en-US"/>
        </a:p>
      </dgm:t>
    </dgm:pt>
    <dgm:pt modelId="{85F17B93-D167-4B11-9B90-20B9C5C99A52}" type="sibTrans" cxnId="{E510C82F-5267-4C19-82C6-C85246AA4172}">
      <dgm:prSet/>
      <dgm:spPr/>
      <dgm:t>
        <a:bodyPr/>
        <a:lstStyle/>
        <a:p>
          <a:endParaRPr lang="en-US"/>
        </a:p>
      </dgm:t>
    </dgm:pt>
    <dgm:pt modelId="{E0A9F233-2114-4C1E-9836-35FF715F846E}">
      <dgm:prSet custT="1"/>
      <dgm:spPr>
        <a:xfrm>
          <a:off x="4344921" y="579450"/>
          <a:ext cx="1886220" cy="800214"/>
        </a:xfrm>
        <a:prstGeom prst="rect">
          <a:avLst/>
        </a:prstGeom>
        <a:noFill/>
        <a:ln>
          <a:noFill/>
        </a:ln>
        <a:effectLst/>
      </dgm:spPr>
      <dgm:t>
        <a:bodyPr/>
        <a:lstStyle/>
        <a:p>
          <a:pPr algn="just">
            <a:buNone/>
          </a:pPr>
          <a:r>
            <a:rPr lang="en-US" sz="1200" dirty="0">
              <a:solidFill>
                <a:sysClr val="windowText" lastClr="000000">
                  <a:hueOff val="0"/>
                  <a:satOff val="0"/>
                  <a:lumOff val="0"/>
                  <a:alphaOff val="0"/>
                </a:sysClr>
              </a:solidFill>
              <a:latin typeface="+mn-lt"/>
              <a:ea typeface="+mn-ea"/>
              <a:cs typeface="+mn-cs"/>
            </a:rPr>
            <a:t>Additionally, in this case study we have learnt about how to integrate snowflake and python and learned to deal with huge data.</a:t>
          </a:r>
        </a:p>
      </dgm:t>
    </dgm:pt>
    <dgm:pt modelId="{7218E3BD-DCC7-44ED-8501-2B7B8A5B1496}" type="parTrans" cxnId="{CE40546A-A1EF-4365-BC11-57885538DE6D}">
      <dgm:prSet/>
      <dgm:spPr/>
      <dgm:t>
        <a:bodyPr/>
        <a:lstStyle/>
        <a:p>
          <a:endParaRPr lang="en-US"/>
        </a:p>
      </dgm:t>
    </dgm:pt>
    <dgm:pt modelId="{75C769D5-10FF-4FE1-B3FD-B2899D51C9F0}" type="sibTrans" cxnId="{CE40546A-A1EF-4365-BC11-57885538DE6D}">
      <dgm:prSet/>
      <dgm:spPr/>
      <dgm:t>
        <a:bodyPr/>
        <a:lstStyle/>
        <a:p>
          <a:endParaRPr lang="en-US"/>
        </a:p>
      </dgm:t>
    </dgm:pt>
    <dgm:pt modelId="{3F367D62-6B90-4AE4-BA90-0209CB02B99C}">
      <dgm:prSet custT="1"/>
      <dgm:spPr>
        <a:xfrm>
          <a:off x="7531491" y="579450"/>
          <a:ext cx="1886220" cy="800214"/>
        </a:xfrm>
        <a:prstGeom prst="rect">
          <a:avLst/>
        </a:prstGeom>
        <a:noFill/>
        <a:ln>
          <a:noFill/>
        </a:ln>
        <a:effectLst/>
      </dgm:spPr>
      <dgm:t>
        <a:bodyPr/>
        <a:lstStyle/>
        <a:p>
          <a:pPr algn="just">
            <a:buNone/>
          </a:pPr>
          <a:r>
            <a:rPr lang="en-US" sz="1200" dirty="0">
              <a:solidFill>
                <a:sysClr val="windowText" lastClr="000000">
                  <a:hueOff val="0"/>
                  <a:satOff val="0"/>
                  <a:lumOff val="0"/>
                  <a:alphaOff val="0"/>
                </a:sysClr>
              </a:solidFill>
              <a:latin typeface="+mn-lt"/>
              <a:ea typeface="+mn-ea"/>
              <a:cs typeface="+mn-cs"/>
            </a:rPr>
            <a:t>We have gained knowledge about different statistical techniques used in feature engineering to extract the most relevant features from the data.</a:t>
          </a:r>
        </a:p>
      </dgm:t>
    </dgm:pt>
    <dgm:pt modelId="{A1854681-C5C3-4E5C-91E7-E7CC5E411081}" type="parTrans" cxnId="{DBA9DDC4-1240-4F62-B119-73B2DF3F4D8D}">
      <dgm:prSet/>
      <dgm:spPr/>
      <dgm:t>
        <a:bodyPr/>
        <a:lstStyle/>
        <a:p>
          <a:endParaRPr lang="en-US"/>
        </a:p>
      </dgm:t>
    </dgm:pt>
    <dgm:pt modelId="{CFBD3448-8F04-4742-A751-F208BDCA414B}" type="sibTrans" cxnId="{DBA9DDC4-1240-4F62-B119-73B2DF3F4D8D}">
      <dgm:prSet/>
      <dgm:spPr/>
      <dgm:t>
        <a:bodyPr/>
        <a:lstStyle/>
        <a:p>
          <a:endParaRPr lang="en-US"/>
        </a:p>
      </dgm:t>
    </dgm:pt>
    <dgm:pt modelId="{2CD0B511-2A02-4B6A-924C-FAC3854AC214}">
      <dgm:prSet custT="1"/>
      <dgm:spPr>
        <a:xfrm>
          <a:off x="1158352" y="1944828"/>
          <a:ext cx="1886220" cy="800214"/>
        </a:xfrm>
        <a:prstGeom prst="rect">
          <a:avLst/>
        </a:prstGeom>
        <a:noFill/>
        <a:ln>
          <a:noFill/>
        </a:ln>
        <a:effectLst/>
      </dgm:spPr>
      <dgm:t>
        <a:bodyPr/>
        <a:lstStyle/>
        <a:p>
          <a:pPr algn="just">
            <a:buNone/>
          </a:pPr>
          <a:r>
            <a:rPr lang="en-US" sz="1200" dirty="0">
              <a:solidFill>
                <a:sysClr val="windowText" lastClr="000000">
                  <a:hueOff val="0"/>
                  <a:satOff val="0"/>
                  <a:lumOff val="0"/>
                  <a:alphaOff val="0"/>
                </a:sysClr>
              </a:solidFill>
              <a:latin typeface="+mn-lt"/>
              <a:ea typeface="+mn-ea"/>
              <a:cs typeface="+mn-cs"/>
            </a:rPr>
            <a:t>Incidents are the key metrics to improve the project efficiency and customer satisfaction for any support project. Hence predicting the estimated resolution time for incidents will help us to better mange the SLA and improve the resolution time for the incidents in future.</a:t>
          </a:r>
        </a:p>
      </dgm:t>
    </dgm:pt>
    <dgm:pt modelId="{8693CC61-5440-4CF5-AED5-7A0370F6BA70}" type="parTrans" cxnId="{FE9951D8-555A-443D-9478-0E8373135973}">
      <dgm:prSet/>
      <dgm:spPr/>
      <dgm:t>
        <a:bodyPr/>
        <a:lstStyle/>
        <a:p>
          <a:endParaRPr lang="en-US"/>
        </a:p>
      </dgm:t>
    </dgm:pt>
    <dgm:pt modelId="{85F6D670-1B0F-4E93-A319-46A73C0F7E0F}" type="sibTrans" cxnId="{FE9951D8-555A-443D-9478-0E8373135973}">
      <dgm:prSet/>
      <dgm:spPr/>
      <dgm:t>
        <a:bodyPr/>
        <a:lstStyle/>
        <a:p>
          <a:endParaRPr lang="en-US"/>
        </a:p>
      </dgm:t>
    </dgm:pt>
    <dgm:pt modelId="{BACAA1E8-BC34-45B5-BE46-3C94B18B3B41}">
      <dgm:prSet custT="1"/>
      <dgm:spPr>
        <a:xfrm>
          <a:off x="4344921" y="1944828"/>
          <a:ext cx="1886220" cy="800214"/>
        </a:xfrm>
        <a:prstGeom prst="rect">
          <a:avLst/>
        </a:prstGeom>
        <a:noFill/>
        <a:ln>
          <a:noFill/>
        </a:ln>
        <a:effectLst/>
      </dgm:spPr>
      <dgm:t>
        <a:bodyPr/>
        <a:lstStyle/>
        <a:p>
          <a:pPr algn="just">
            <a:buNone/>
          </a:pPr>
          <a:r>
            <a:rPr lang="en-US" sz="1200" dirty="0">
              <a:solidFill>
                <a:sysClr val="windowText" lastClr="000000">
                  <a:hueOff val="0"/>
                  <a:satOff val="0"/>
                  <a:lumOff val="0"/>
                  <a:alphaOff val="0"/>
                </a:sysClr>
              </a:solidFill>
              <a:latin typeface="+mn-lt"/>
              <a:ea typeface="+mn-ea"/>
              <a:cs typeface="+mn-cs"/>
            </a:rPr>
            <a:t>By continuously refining and optimizing the predictive model, can unlock valuable insights and make data-driven decisions that drive better results.</a:t>
          </a:r>
        </a:p>
      </dgm:t>
    </dgm:pt>
    <dgm:pt modelId="{CA6AC8EE-42E2-46E2-9767-3A95902021CB}" type="parTrans" cxnId="{3033C564-DEF5-44E5-8A60-6BF7081B0527}">
      <dgm:prSet/>
      <dgm:spPr/>
      <dgm:t>
        <a:bodyPr/>
        <a:lstStyle/>
        <a:p>
          <a:endParaRPr lang="en-US"/>
        </a:p>
      </dgm:t>
    </dgm:pt>
    <dgm:pt modelId="{7AF36B34-1780-4F54-B23A-E22571A4E8BD}" type="sibTrans" cxnId="{3033C564-DEF5-44E5-8A60-6BF7081B0527}">
      <dgm:prSet/>
      <dgm:spPr/>
      <dgm:t>
        <a:bodyPr/>
        <a:lstStyle/>
        <a:p>
          <a:endParaRPr lang="en-US"/>
        </a:p>
      </dgm:t>
    </dgm:pt>
    <dgm:pt modelId="{43584E7E-DC6B-465B-982F-68D50E505F83}">
      <dgm:prSet custT="1"/>
      <dgm:spPr>
        <a:xfrm>
          <a:off x="7531491" y="1944828"/>
          <a:ext cx="1886220" cy="800214"/>
        </a:xfrm>
        <a:prstGeom prst="rect">
          <a:avLst/>
        </a:prstGeom>
        <a:noFill/>
        <a:ln>
          <a:noFill/>
        </a:ln>
        <a:effectLst/>
      </dgm:spPr>
      <dgm:t>
        <a:bodyPr/>
        <a:lstStyle/>
        <a:p>
          <a:pPr algn="just">
            <a:buNone/>
          </a:pPr>
          <a:r>
            <a:rPr lang="en-US" sz="1200" dirty="0">
              <a:solidFill>
                <a:sysClr val="windowText" lastClr="000000">
                  <a:hueOff val="0"/>
                  <a:satOff val="0"/>
                  <a:lumOff val="0"/>
                  <a:alphaOff val="0"/>
                </a:sysClr>
              </a:solidFill>
              <a:latin typeface="+mn-lt"/>
              <a:ea typeface="+mn-ea"/>
              <a:cs typeface="+mn-cs"/>
            </a:rPr>
            <a:t>We can automate the process of updating the predictive model to incorporate new data as it becomes available. This can be achieved using online learning algorithms, which update the model in real-time as new data is fed into the system.</a:t>
          </a:r>
        </a:p>
      </dgm:t>
    </dgm:pt>
    <dgm:pt modelId="{C9EE98D7-91A9-4685-AD86-A9E32439D2BB}" type="parTrans" cxnId="{DA2858AD-966E-46B2-9BB4-F56C41EFB858}">
      <dgm:prSet/>
      <dgm:spPr/>
      <dgm:t>
        <a:bodyPr/>
        <a:lstStyle/>
        <a:p>
          <a:endParaRPr lang="en-US"/>
        </a:p>
      </dgm:t>
    </dgm:pt>
    <dgm:pt modelId="{3CED61D1-783D-4743-8EA3-B4458C902D91}" type="sibTrans" cxnId="{DA2858AD-966E-46B2-9BB4-F56C41EFB858}">
      <dgm:prSet/>
      <dgm:spPr/>
      <dgm:t>
        <a:bodyPr/>
        <a:lstStyle/>
        <a:p>
          <a:endParaRPr lang="en-US"/>
        </a:p>
      </dgm:t>
    </dgm:pt>
    <dgm:pt modelId="{0EAC8AB8-CB8E-49FD-A073-F030E66C1DF7}" type="pres">
      <dgm:prSet presAssocID="{692A6B23-DAA5-423E-A890-4E59806058A4}" presName="root" presStyleCnt="0">
        <dgm:presLayoutVars>
          <dgm:dir/>
          <dgm:resizeHandles val="exact"/>
        </dgm:presLayoutVars>
      </dgm:prSet>
      <dgm:spPr/>
    </dgm:pt>
    <dgm:pt modelId="{F76AE4C8-9BD1-4A4F-8A0E-F080023D104D}" type="pres">
      <dgm:prSet presAssocID="{692A6B23-DAA5-423E-A890-4E59806058A4}" presName="container" presStyleCnt="0">
        <dgm:presLayoutVars>
          <dgm:dir/>
          <dgm:resizeHandles val="exact"/>
        </dgm:presLayoutVars>
      </dgm:prSet>
      <dgm:spPr/>
    </dgm:pt>
    <dgm:pt modelId="{29648DC0-98C7-45EC-BEC9-B29C7D7138C8}" type="pres">
      <dgm:prSet presAssocID="{239CD703-F774-446C-95AA-3713C2AA7084}" presName="compNode" presStyleCnt="0"/>
      <dgm:spPr/>
    </dgm:pt>
    <dgm:pt modelId="{A7538FDB-EC4F-4A9B-A878-417E18F79F82}" type="pres">
      <dgm:prSet presAssocID="{239CD703-F774-446C-95AA-3713C2AA7084}" presName="iconBgRect" presStyleLbl="bgShp" presStyleIdx="0" presStyleCnt="6"/>
      <dgm:spPr>
        <a:xfrm>
          <a:off x="186662" y="579450"/>
          <a:ext cx="800214" cy="800214"/>
        </a:xfrm>
        <a:prstGeom prst="ellipse">
          <a:avLst/>
        </a:prstGeom>
        <a:solidFill>
          <a:srgbClr val="DE478E">
            <a:hueOff val="0"/>
            <a:satOff val="0"/>
            <a:lumOff val="0"/>
            <a:alphaOff val="0"/>
          </a:srgbClr>
        </a:solidFill>
        <a:ln>
          <a:noFill/>
        </a:ln>
        <a:effectLst/>
      </dgm:spPr>
    </dgm:pt>
    <dgm:pt modelId="{2E90FC63-88C4-45C2-852D-508D2D907638}" type="pres">
      <dgm:prSet presAssocID="{239CD703-F774-446C-95AA-3713C2AA7084}" presName="iconRect" presStyleLbl="node1" presStyleIdx="0" presStyleCnt="6"/>
      <dgm:spPr>
        <a:xfrm>
          <a:off x="354707" y="747495"/>
          <a:ext cx="464124" cy="464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gm:spPr>
      <dgm:extLst>
        <a:ext uri="{E40237B7-FDA0-4F09-8148-C483321AD2D9}">
          <dgm14:cNvPr xmlns:dgm14="http://schemas.microsoft.com/office/drawing/2010/diagram" id="0" name="" descr="Robot"/>
        </a:ext>
      </dgm:extLst>
    </dgm:pt>
    <dgm:pt modelId="{091C6339-3E18-405A-90EE-A9C2DDB83C49}" type="pres">
      <dgm:prSet presAssocID="{239CD703-F774-446C-95AA-3713C2AA7084}" presName="spaceRect" presStyleCnt="0"/>
      <dgm:spPr/>
    </dgm:pt>
    <dgm:pt modelId="{49342EAF-7216-4269-993C-4422E1C8FC48}" type="pres">
      <dgm:prSet presAssocID="{239CD703-F774-446C-95AA-3713C2AA7084}" presName="textRect" presStyleLbl="revTx" presStyleIdx="0" presStyleCnt="6" custScaleX="110342">
        <dgm:presLayoutVars>
          <dgm:chMax val="1"/>
          <dgm:chPref val="1"/>
        </dgm:presLayoutVars>
      </dgm:prSet>
      <dgm:spPr/>
    </dgm:pt>
    <dgm:pt modelId="{54E5B34E-99CB-487E-AC4E-3C7854E44CB6}" type="pres">
      <dgm:prSet presAssocID="{85F17B93-D167-4B11-9B90-20B9C5C99A52}" presName="sibTrans" presStyleLbl="sibTrans2D1" presStyleIdx="0" presStyleCnt="0"/>
      <dgm:spPr/>
    </dgm:pt>
    <dgm:pt modelId="{CB2D7D62-7359-449C-BD23-A1085F2710E8}" type="pres">
      <dgm:prSet presAssocID="{E0A9F233-2114-4C1E-9836-35FF715F846E}" presName="compNode" presStyleCnt="0"/>
      <dgm:spPr/>
    </dgm:pt>
    <dgm:pt modelId="{93E6C81D-96C0-4A7E-B830-36CF697E2DCA}" type="pres">
      <dgm:prSet presAssocID="{E0A9F233-2114-4C1E-9836-35FF715F846E}" presName="iconBgRect" presStyleLbl="bgShp" presStyleIdx="1" presStyleCnt="6"/>
      <dgm:spPr>
        <a:xfrm>
          <a:off x="3373232" y="579450"/>
          <a:ext cx="800214" cy="800214"/>
        </a:xfrm>
        <a:prstGeom prst="ellipse">
          <a:avLst/>
        </a:prstGeom>
        <a:solidFill>
          <a:srgbClr val="BC72F0">
            <a:hueOff val="0"/>
            <a:satOff val="0"/>
            <a:lumOff val="0"/>
            <a:alphaOff val="0"/>
          </a:srgbClr>
        </a:solidFill>
        <a:ln>
          <a:noFill/>
        </a:ln>
        <a:effectLst/>
      </dgm:spPr>
    </dgm:pt>
    <dgm:pt modelId="{16DF3EFE-DA0A-4F1D-95B3-156FDCA74080}" type="pres">
      <dgm:prSet presAssocID="{E0A9F233-2114-4C1E-9836-35FF715F846E}" presName="iconRect" presStyleLbl="node1" presStyleIdx="1" presStyleCnt="6"/>
      <dgm:spPr>
        <a:xfrm>
          <a:off x="3541277" y="747495"/>
          <a:ext cx="464124" cy="464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gm:spPr>
      <dgm:extLst>
        <a:ext uri="{E40237B7-FDA0-4F09-8148-C483321AD2D9}">
          <dgm14:cNvPr xmlns:dgm14="http://schemas.microsoft.com/office/drawing/2010/diagram" id="0" name="" descr="Snowflake"/>
        </a:ext>
      </dgm:extLst>
    </dgm:pt>
    <dgm:pt modelId="{8C030AD4-363E-43FE-9841-207C06EDAA14}" type="pres">
      <dgm:prSet presAssocID="{E0A9F233-2114-4C1E-9836-35FF715F846E}" presName="spaceRect" presStyleCnt="0"/>
      <dgm:spPr/>
    </dgm:pt>
    <dgm:pt modelId="{8EE5A07F-E0E9-4577-B863-183FC11663E6}" type="pres">
      <dgm:prSet presAssocID="{E0A9F233-2114-4C1E-9836-35FF715F846E}" presName="textRect" presStyleLbl="revTx" presStyleIdx="1" presStyleCnt="6" custScaleX="111013">
        <dgm:presLayoutVars>
          <dgm:chMax val="1"/>
          <dgm:chPref val="1"/>
        </dgm:presLayoutVars>
      </dgm:prSet>
      <dgm:spPr/>
    </dgm:pt>
    <dgm:pt modelId="{894AE8C7-7ACA-4594-A49B-DEC6B61A3898}" type="pres">
      <dgm:prSet presAssocID="{75C769D5-10FF-4FE1-B3FD-B2899D51C9F0}" presName="sibTrans" presStyleLbl="sibTrans2D1" presStyleIdx="0" presStyleCnt="0"/>
      <dgm:spPr/>
    </dgm:pt>
    <dgm:pt modelId="{C6B6A9DB-897B-4D40-866C-A55591CD317B}" type="pres">
      <dgm:prSet presAssocID="{3F367D62-6B90-4AE4-BA90-0209CB02B99C}" presName="compNode" presStyleCnt="0"/>
      <dgm:spPr/>
    </dgm:pt>
    <dgm:pt modelId="{50D1C26C-AD49-4B16-83D3-2777C94BA977}" type="pres">
      <dgm:prSet presAssocID="{3F367D62-6B90-4AE4-BA90-0209CB02B99C}" presName="iconBgRect" presStyleLbl="bgShp" presStyleIdx="2" presStyleCnt="6"/>
      <dgm:spPr>
        <a:xfrm>
          <a:off x="6559802" y="579450"/>
          <a:ext cx="800214" cy="800214"/>
        </a:xfrm>
        <a:prstGeom prst="ellipse">
          <a:avLst/>
        </a:prstGeom>
        <a:solidFill>
          <a:srgbClr val="795FAF">
            <a:hueOff val="0"/>
            <a:satOff val="0"/>
            <a:lumOff val="0"/>
            <a:alphaOff val="0"/>
          </a:srgbClr>
        </a:solidFill>
        <a:ln>
          <a:noFill/>
        </a:ln>
        <a:effectLst/>
      </dgm:spPr>
    </dgm:pt>
    <dgm:pt modelId="{3DCF38F5-FB2B-49AC-A82C-B9447BEBCB58}" type="pres">
      <dgm:prSet presAssocID="{3F367D62-6B90-4AE4-BA90-0209CB02B99C}" presName="iconRect" presStyleLbl="node1" presStyleIdx="2" presStyleCnt="6"/>
      <dgm:spPr>
        <a:xfrm>
          <a:off x="6727847" y="747495"/>
          <a:ext cx="464124" cy="464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gm:spPr>
      <dgm:extLst>
        <a:ext uri="{E40237B7-FDA0-4F09-8148-C483321AD2D9}">
          <dgm14:cNvPr xmlns:dgm14="http://schemas.microsoft.com/office/drawing/2010/diagram" id="0" name="" descr="Database"/>
        </a:ext>
      </dgm:extLst>
    </dgm:pt>
    <dgm:pt modelId="{E49D1512-04A0-4055-9508-142595A2F0CB}" type="pres">
      <dgm:prSet presAssocID="{3F367D62-6B90-4AE4-BA90-0209CB02B99C}" presName="spaceRect" presStyleCnt="0"/>
      <dgm:spPr/>
    </dgm:pt>
    <dgm:pt modelId="{15C053CC-991B-4E2D-B29D-B0E12CF4A795}" type="pres">
      <dgm:prSet presAssocID="{3F367D62-6B90-4AE4-BA90-0209CB02B99C}" presName="textRect" presStyleLbl="revTx" presStyleIdx="2" presStyleCnt="6" custScaleX="112673">
        <dgm:presLayoutVars>
          <dgm:chMax val="1"/>
          <dgm:chPref val="1"/>
        </dgm:presLayoutVars>
      </dgm:prSet>
      <dgm:spPr/>
    </dgm:pt>
    <dgm:pt modelId="{D424FF01-1802-49F0-A509-8696399CE034}" type="pres">
      <dgm:prSet presAssocID="{CFBD3448-8F04-4742-A751-F208BDCA414B}" presName="sibTrans" presStyleLbl="sibTrans2D1" presStyleIdx="0" presStyleCnt="0"/>
      <dgm:spPr/>
    </dgm:pt>
    <dgm:pt modelId="{D4F3D5B8-6A59-4CF5-A6DB-928FAB48510D}" type="pres">
      <dgm:prSet presAssocID="{2CD0B511-2A02-4B6A-924C-FAC3854AC214}" presName="compNode" presStyleCnt="0"/>
      <dgm:spPr/>
    </dgm:pt>
    <dgm:pt modelId="{F58503CE-2694-4958-A6CC-6D714D719BED}" type="pres">
      <dgm:prSet presAssocID="{2CD0B511-2A02-4B6A-924C-FAC3854AC214}" presName="iconBgRect" presStyleLbl="bgShp" presStyleIdx="3" presStyleCnt="6"/>
      <dgm:spPr>
        <a:xfrm>
          <a:off x="186662" y="1944828"/>
          <a:ext cx="800214" cy="800214"/>
        </a:xfrm>
        <a:prstGeom prst="ellipse">
          <a:avLst/>
        </a:prstGeom>
        <a:solidFill>
          <a:srgbClr val="586EA6">
            <a:hueOff val="0"/>
            <a:satOff val="0"/>
            <a:lumOff val="0"/>
            <a:alphaOff val="0"/>
          </a:srgbClr>
        </a:solidFill>
        <a:ln>
          <a:noFill/>
        </a:ln>
        <a:effectLst/>
      </dgm:spPr>
    </dgm:pt>
    <dgm:pt modelId="{CC2DF5BA-2717-44F9-AE6F-11023342FA87}" type="pres">
      <dgm:prSet presAssocID="{2CD0B511-2A02-4B6A-924C-FAC3854AC214}" presName="iconRect" presStyleLbl="node1" presStyleIdx="3" presStyleCnt="6"/>
      <dgm:spPr>
        <a:xfrm>
          <a:off x="354707" y="2112874"/>
          <a:ext cx="464124" cy="4641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gm:spPr>
      <dgm:extLst>
        <a:ext uri="{E40237B7-FDA0-4F09-8148-C483321AD2D9}">
          <dgm14:cNvPr xmlns:dgm14="http://schemas.microsoft.com/office/drawing/2010/diagram" id="0" name="" descr="Stopwatch"/>
        </a:ext>
      </dgm:extLst>
    </dgm:pt>
    <dgm:pt modelId="{C439582A-7887-4BA4-B494-EA413B651AC6}" type="pres">
      <dgm:prSet presAssocID="{2CD0B511-2A02-4B6A-924C-FAC3854AC214}" presName="spaceRect" presStyleCnt="0"/>
      <dgm:spPr/>
    </dgm:pt>
    <dgm:pt modelId="{B75A0F50-7FFC-4D92-B421-0C2AF0428A63}" type="pres">
      <dgm:prSet presAssocID="{2CD0B511-2A02-4B6A-924C-FAC3854AC214}" presName="textRect" presStyleLbl="revTx" presStyleIdx="3" presStyleCnt="6" custScaleX="113447">
        <dgm:presLayoutVars>
          <dgm:chMax val="1"/>
          <dgm:chPref val="1"/>
        </dgm:presLayoutVars>
      </dgm:prSet>
      <dgm:spPr/>
    </dgm:pt>
    <dgm:pt modelId="{DB0F6E99-273E-4AC7-887A-A0A8E2596EF1}" type="pres">
      <dgm:prSet presAssocID="{85F6D670-1B0F-4E93-A319-46A73C0F7E0F}" presName="sibTrans" presStyleLbl="sibTrans2D1" presStyleIdx="0" presStyleCnt="0"/>
      <dgm:spPr/>
    </dgm:pt>
    <dgm:pt modelId="{1BE832D1-896F-4509-AD1A-AB2DD8C09121}" type="pres">
      <dgm:prSet presAssocID="{BACAA1E8-BC34-45B5-BE46-3C94B18B3B41}" presName="compNode" presStyleCnt="0"/>
      <dgm:spPr/>
    </dgm:pt>
    <dgm:pt modelId="{54C6A3D1-6F88-4D2E-98D6-AEE54477DC04}" type="pres">
      <dgm:prSet presAssocID="{BACAA1E8-BC34-45B5-BE46-3C94B18B3B41}" presName="iconBgRect" presStyleLbl="bgShp" presStyleIdx="4" presStyleCnt="6"/>
      <dgm:spPr>
        <a:xfrm>
          <a:off x="3373232" y="1944828"/>
          <a:ext cx="800214" cy="800214"/>
        </a:xfrm>
        <a:prstGeom prst="ellipse">
          <a:avLst/>
        </a:prstGeom>
        <a:solidFill>
          <a:srgbClr val="6892A0">
            <a:hueOff val="0"/>
            <a:satOff val="0"/>
            <a:lumOff val="0"/>
            <a:alphaOff val="0"/>
          </a:srgbClr>
        </a:solidFill>
        <a:ln>
          <a:noFill/>
        </a:ln>
        <a:effectLst/>
      </dgm:spPr>
    </dgm:pt>
    <dgm:pt modelId="{1711EE13-8E3E-46A0-9FD0-963C686E899B}" type="pres">
      <dgm:prSet presAssocID="{BACAA1E8-BC34-45B5-BE46-3C94B18B3B41}" presName="iconRect" presStyleLbl="node1" presStyleIdx="4" presStyleCnt="6"/>
      <dgm:spPr>
        <a:xfrm>
          <a:off x="3541277" y="2112874"/>
          <a:ext cx="464124" cy="46412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gm:spPr>
      <dgm:extLst>
        <a:ext uri="{E40237B7-FDA0-4F09-8148-C483321AD2D9}">
          <dgm14:cNvPr xmlns:dgm14="http://schemas.microsoft.com/office/drawing/2010/diagram" id="0" name="" descr="Puzzle"/>
        </a:ext>
      </dgm:extLst>
    </dgm:pt>
    <dgm:pt modelId="{997D8FA7-F5AE-4458-8492-CCB3A5AC884F}" type="pres">
      <dgm:prSet presAssocID="{BACAA1E8-BC34-45B5-BE46-3C94B18B3B41}" presName="spaceRect" presStyleCnt="0"/>
      <dgm:spPr/>
    </dgm:pt>
    <dgm:pt modelId="{B9B3C84F-3E33-48F7-BFC3-EFB63E8ED59F}" type="pres">
      <dgm:prSet presAssocID="{BACAA1E8-BC34-45B5-BE46-3C94B18B3B41}" presName="textRect" presStyleLbl="revTx" presStyleIdx="4" presStyleCnt="6" custScaleX="111218">
        <dgm:presLayoutVars>
          <dgm:chMax val="1"/>
          <dgm:chPref val="1"/>
        </dgm:presLayoutVars>
      </dgm:prSet>
      <dgm:spPr/>
    </dgm:pt>
    <dgm:pt modelId="{5104652D-A691-499C-AE55-F8EBFEFE9129}" type="pres">
      <dgm:prSet presAssocID="{7AF36B34-1780-4F54-B23A-E22571A4E8BD}" presName="sibTrans" presStyleLbl="sibTrans2D1" presStyleIdx="0" presStyleCnt="0"/>
      <dgm:spPr/>
    </dgm:pt>
    <dgm:pt modelId="{105CA6C5-D7F3-496D-8718-F20964F46E30}" type="pres">
      <dgm:prSet presAssocID="{43584E7E-DC6B-465B-982F-68D50E505F83}" presName="compNode" presStyleCnt="0"/>
      <dgm:spPr/>
    </dgm:pt>
    <dgm:pt modelId="{2B64027D-2DD5-4D49-8704-299A743F4383}" type="pres">
      <dgm:prSet presAssocID="{43584E7E-DC6B-465B-982F-68D50E505F83}" presName="iconBgRect" presStyleLbl="bgShp" presStyleIdx="5" presStyleCnt="6"/>
      <dgm:spPr>
        <a:xfrm>
          <a:off x="6559802" y="1944828"/>
          <a:ext cx="800214" cy="800214"/>
        </a:xfrm>
        <a:prstGeom prst="ellipse">
          <a:avLst/>
        </a:prstGeom>
        <a:solidFill>
          <a:srgbClr val="DE478E">
            <a:hueOff val="0"/>
            <a:satOff val="0"/>
            <a:lumOff val="0"/>
            <a:alphaOff val="0"/>
          </a:srgbClr>
        </a:solidFill>
        <a:ln>
          <a:noFill/>
        </a:ln>
        <a:effectLst/>
      </dgm:spPr>
    </dgm:pt>
    <dgm:pt modelId="{849343A6-725A-402F-B358-C4716737C19F}" type="pres">
      <dgm:prSet presAssocID="{43584E7E-DC6B-465B-982F-68D50E505F83}" presName="iconRect" presStyleLbl="node1" presStyleIdx="5" presStyleCnt="6"/>
      <dgm:spPr>
        <a:xfrm>
          <a:off x="6727847" y="2112874"/>
          <a:ext cx="464124" cy="46412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gm:spPr>
      <dgm:extLst>
        <a:ext uri="{E40237B7-FDA0-4F09-8148-C483321AD2D9}">
          <dgm14:cNvPr xmlns:dgm14="http://schemas.microsoft.com/office/drawing/2010/diagram" id="0" name="" descr="Processor"/>
        </a:ext>
      </dgm:extLst>
    </dgm:pt>
    <dgm:pt modelId="{03F37A78-E37B-4FC2-B151-A605C95CFB01}" type="pres">
      <dgm:prSet presAssocID="{43584E7E-DC6B-465B-982F-68D50E505F83}" presName="spaceRect" presStyleCnt="0"/>
      <dgm:spPr/>
    </dgm:pt>
    <dgm:pt modelId="{92624FAD-96CF-4997-95A2-CFA78D46C61A}" type="pres">
      <dgm:prSet presAssocID="{43584E7E-DC6B-465B-982F-68D50E505F83}" presName="textRect" presStyleLbl="revTx" presStyleIdx="5" presStyleCnt="6" custScaleX="113092">
        <dgm:presLayoutVars>
          <dgm:chMax val="1"/>
          <dgm:chPref val="1"/>
        </dgm:presLayoutVars>
      </dgm:prSet>
      <dgm:spPr/>
    </dgm:pt>
  </dgm:ptLst>
  <dgm:cxnLst>
    <dgm:cxn modelId="{7EEACE25-1F70-46D3-8346-07C5219F9909}" type="presOf" srcId="{BACAA1E8-BC34-45B5-BE46-3C94B18B3B41}" destId="{B9B3C84F-3E33-48F7-BFC3-EFB63E8ED59F}" srcOrd="0" destOrd="0" presId="urn:microsoft.com/office/officeart/2018/2/layout/IconCircleList"/>
    <dgm:cxn modelId="{E510C82F-5267-4C19-82C6-C85246AA4172}" srcId="{692A6B23-DAA5-423E-A890-4E59806058A4}" destId="{239CD703-F774-446C-95AA-3713C2AA7084}" srcOrd="0" destOrd="0" parTransId="{9FC8CFDD-8CE4-454D-B1AE-7C0AE1F528CF}" sibTransId="{85F17B93-D167-4B11-9B90-20B9C5C99A52}"/>
    <dgm:cxn modelId="{AD3E5F30-6B70-43BA-A96E-0DDBB730C2C2}" type="presOf" srcId="{75C769D5-10FF-4FE1-B3FD-B2899D51C9F0}" destId="{894AE8C7-7ACA-4594-A49B-DEC6B61A3898}" srcOrd="0" destOrd="0" presId="urn:microsoft.com/office/officeart/2018/2/layout/IconCircleList"/>
    <dgm:cxn modelId="{DC924B33-19CA-4D65-A895-B5FA1FF06491}" type="presOf" srcId="{E0A9F233-2114-4C1E-9836-35FF715F846E}" destId="{8EE5A07F-E0E9-4577-B863-183FC11663E6}" srcOrd="0" destOrd="0" presId="urn:microsoft.com/office/officeart/2018/2/layout/IconCircleList"/>
    <dgm:cxn modelId="{47EF8141-9E01-4749-9CD6-7C0C1196B6C5}" type="presOf" srcId="{239CD703-F774-446C-95AA-3713C2AA7084}" destId="{49342EAF-7216-4269-993C-4422E1C8FC48}" srcOrd="0" destOrd="0" presId="urn:microsoft.com/office/officeart/2018/2/layout/IconCircleList"/>
    <dgm:cxn modelId="{3033C564-DEF5-44E5-8A60-6BF7081B0527}" srcId="{692A6B23-DAA5-423E-A890-4E59806058A4}" destId="{BACAA1E8-BC34-45B5-BE46-3C94B18B3B41}" srcOrd="4" destOrd="0" parTransId="{CA6AC8EE-42E2-46E2-9767-3A95902021CB}" sibTransId="{7AF36B34-1780-4F54-B23A-E22571A4E8BD}"/>
    <dgm:cxn modelId="{CE40546A-A1EF-4365-BC11-57885538DE6D}" srcId="{692A6B23-DAA5-423E-A890-4E59806058A4}" destId="{E0A9F233-2114-4C1E-9836-35FF715F846E}" srcOrd="1" destOrd="0" parTransId="{7218E3BD-DCC7-44ED-8501-2B7B8A5B1496}" sibTransId="{75C769D5-10FF-4FE1-B3FD-B2899D51C9F0}"/>
    <dgm:cxn modelId="{9A874F6B-3E5A-426D-99F4-D6553BC90A35}" type="presOf" srcId="{7AF36B34-1780-4F54-B23A-E22571A4E8BD}" destId="{5104652D-A691-499C-AE55-F8EBFEFE9129}" srcOrd="0" destOrd="0" presId="urn:microsoft.com/office/officeart/2018/2/layout/IconCircleList"/>
    <dgm:cxn modelId="{E154457F-17DE-4076-B914-C6E7CC614C8A}" type="presOf" srcId="{CFBD3448-8F04-4742-A751-F208BDCA414B}" destId="{D424FF01-1802-49F0-A509-8696399CE034}" srcOrd="0" destOrd="0" presId="urn:microsoft.com/office/officeart/2018/2/layout/IconCircleList"/>
    <dgm:cxn modelId="{86DC8A87-0085-452A-8C2A-7A77847AC32A}" type="presOf" srcId="{3F367D62-6B90-4AE4-BA90-0209CB02B99C}" destId="{15C053CC-991B-4E2D-B29D-B0E12CF4A795}" srcOrd="0" destOrd="0" presId="urn:microsoft.com/office/officeart/2018/2/layout/IconCircleList"/>
    <dgm:cxn modelId="{DF0E0C90-DADF-4A38-A41F-6A4C9328EC79}" type="presOf" srcId="{43584E7E-DC6B-465B-982F-68D50E505F83}" destId="{92624FAD-96CF-4997-95A2-CFA78D46C61A}" srcOrd="0" destOrd="0" presId="urn:microsoft.com/office/officeart/2018/2/layout/IconCircleList"/>
    <dgm:cxn modelId="{4F659B93-0DE7-4A3D-899C-11FFB7913434}" type="presOf" srcId="{85F17B93-D167-4B11-9B90-20B9C5C99A52}" destId="{54E5B34E-99CB-487E-AC4E-3C7854E44CB6}" srcOrd="0" destOrd="0" presId="urn:microsoft.com/office/officeart/2018/2/layout/IconCircleList"/>
    <dgm:cxn modelId="{536893A8-7B31-4EDC-80EB-30D0EEDA4493}" type="presOf" srcId="{2CD0B511-2A02-4B6A-924C-FAC3854AC214}" destId="{B75A0F50-7FFC-4D92-B421-0C2AF0428A63}" srcOrd="0" destOrd="0" presId="urn:microsoft.com/office/officeart/2018/2/layout/IconCircleList"/>
    <dgm:cxn modelId="{DA2858AD-966E-46B2-9BB4-F56C41EFB858}" srcId="{692A6B23-DAA5-423E-A890-4E59806058A4}" destId="{43584E7E-DC6B-465B-982F-68D50E505F83}" srcOrd="5" destOrd="0" parTransId="{C9EE98D7-91A9-4685-AD86-A9E32439D2BB}" sibTransId="{3CED61D1-783D-4743-8EA3-B4458C902D91}"/>
    <dgm:cxn modelId="{C9A3E5BE-8B3F-4B1C-8C68-8CF09140C0C7}" type="presOf" srcId="{85F6D670-1B0F-4E93-A319-46A73C0F7E0F}" destId="{DB0F6E99-273E-4AC7-887A-A0A8E2596EF1}" srcOrd="0" destOrd="0" presId="urn:microsoft.com/office/officeart/2018/2/layout/IconCircleList"/>
    <dgm:cxn modelId="{DBA9DDC4-1240-4F62-B119-73B2DF3F4D8D}" srcId="{692A6B23-DAA5-423E-A890-4E59806058A4}" destId="{3F367D62-6B90-4AE4-BA90-0209CB02B99C}" srcOrd="2" destOrd="0" parTransId="{A1854681-C5C3-4E5C-91E7-E7CC5E411081}" sibTransId="{CFBD3448-8F04-4742-A751-F208BDCA414B}"/>
    <dgm:cxn modelId="{FE9951D8-555A-443D-9478-0E8373135973}" srcId="{692A6B23-DAA5-423E-A890-4E59806058A4}" destId="{2CD0B511-2A02-4B6A-924C-FAC3854AC214}" srcOrd="3" destOrd="0" parTransId="{8693CC61-5440-4CF5-AED5-7A0370F6BA70}" sibTransId="{85F6D670-1B0F-4E93-A319-46A73C0F7E0F}"/>
    <dgm:cxn modelId="{2DC484FE-FA81-45F4-8C3C-8F21A933FDEA}" type="presOf" srcId="{692A6B23-DAA5-423E-A890-4E59806058A4}" destId="{0EAC8AB8-CB8E-49FD-A073-F030E66C1DF7}" srcOrd="0" destOrd="0" presId="urn:microsoft.com/office/officeart/2018/2/layout/IconCircleList"/>
    <dgm:cxn modelId="{57D072D6-B029-4A39-987D-6C97A276D65E}" type="presParOf" srcId="{0EAC8AB8-CB8E-49FD-A073-F030E66C1DF7}" destId="{F76AE4C8-9BD1-4A4F-8A0E-F080023D104D}" srcOrd="0" destOrd="0" presId="urn:microsoft.com/office/officeart/2018/2/layout/IconCircleList"/>
    <dgm:cxn modelId="{50862DF1-415C-4457-AE84-C5E8D30CE4FC}" type="presParOf" srcId="{F76AE4C8-9BD1-4A4F-8A0E-F080023D104D}" destId="{29648DC0-98C7-45EC-BEC9-B29C7D7138C8}" srcOrd="0" destOrd="0" presId="urn:microsoft.com/office/officeart/2018/2/layout/IconCircleList"/>
    <dgm:cxn modelId="{D7944F9C-6AA2-4542-AFFD-FB8FC532271E}" type="presParOf" srcId="{29648DC0-98C7-45EC-BEC9-B29C7D7138C8}" destId="{A7538FDB-EC4F-4A9B-A878-417E18F79F82}" srcOrd="0" destOrd="0" presId="urn:microsoft.com/office/officeart/2018/2/layout/IconCircleList"/>
    <dgm:cxn modelId="{FD6833CA-199F-4D62-A071-3A2DC12A9B64}" type="presParOf" srcId="{29648DC0-98C7-45EC-BEC9-B29C7D7138C8}" destId="{2E90FC63-88C4-45C2-852D-508D2D907638}" srcOrd="1" destOrd="0" presId="urn:microsoft.com/office/officeart/2018/2/layout/IconCircleList"/>
    <dgm:cxn modelId="{86603021-C80D-4197-8A74-215374057A1E}" type="presParOf" srcId="{29648DC0-98C7-45EC-BEC9-B29C7D7138C8}" destId="{091C6339-3E18-405A-90EE-A9C2DDB83C49}" srcOrd="2" destOrd="0" presId="urn:microsoft.com/office/officeart/2018/2/layout/IconCircleList"/>
    <dgm:cxn modelId="{89BC4EFB-35F9-4459-8D45-F16684294A81}" type="presParOf" srcId="{29648DC0-98C7-45EC-BEC9-B29C7D7138C8}" destId="{49342EAF-7216-4269-993C-4422E1C8FC48}" srcOrd="3" destOrd="0" presId="urn:microsoft.com/office/officeart/2018/2/layout/IconCircleList"/>
    <dgm:cxn modelId="{6DB61134-11B5-4E54-9D67-B94F406ED3F8}" type="presParOf" srcId="{F76AE4C8-9BD1-4A4F-8A0E-F080023D104D}" destId="{54E5B34E-99CB-487E-AC4E-3C7854E44CB6}" srcOrd="1" destOrd="0" presId="urn:microsoft.com/office/officeart/2018/2/layout/IconCircleList"/>
    <dgm:cxn modelId="{78B1791F-B7B0-4DFD-94CF-181457667489}" type="presParOf" srcId="{F76AE4C8-9BD1-4A4F-8A0E-F080023D104D}" destId="{CB2D7D62-7359-449C-BD23-A1085F2710E8}" srcOrd="2" destOrd="0" presId="urn:microsoft.com/office/officeart/2018/2/layout/IconCircleList"/>
    <dgm:cxn modelId="{97B69B5C-6BFC-49CE-8A2C-FF18194ED1E3}" type="presParOf" srcId="{CB2D7D62-7359-449C-BD23-A1085F2710E8}" destId="{93E6C81D-96C0-4A7E-B830-36CF697E2DCA}" srcOrd="0" destOrd="0" presId="urn:microsoft.com/office/officeart/2018/2/layout/IconCircleList"/>
    <dgm:cxn modelId="{5688107C-7E83-44F6-A7C5-427F51D8B98A}" type="presParOf" srcId="{CB2D7D62-7359-449C-BD23-A1085F2710E8}" destId="{16DF3EFE-DA0A-4F1D-95B3-156FDCA74080}" srcOrd="1" destOrd="0" presId="urn:microsoft.com/office/officeart/2018/2/layout/IconCircleList"/>
    <dgm:cxn modelId="{DBD3822D-FAC0-4EAF-A8C4-396DCAE84AFE}" type="presParOf" srcId="{CB2D7D62-7359-449C-BD23-A1085F2710E8}" destId="{8C030AD4-363E-43FE-9841-207C06EDAA14}" srcOrd="2" destOrd="0" presId="urn:microsoft.com/office/officeart/2018/2/layout/IconCircleList"/>
    <dgm:cxn modelId="{BE14AEAB-0437-4B65-9B66-5F2B4AEF9D49}" type="presParOf" srcId="{CB2D7D62-7359-449C-BD23-A1085F2710E8}" destId="{8EE5A07F-E0E9-4577-B863-183FC11663E6}" srcOrd="3" destOrd="0" presId="urn:microsoft.com/office/officeart/2018/2/layout/IconCircleList"/>
    <dgm:cxn modelId="{16F75107-E3A7-46B8-93AF-890910BDFD34}" type="presParOf" srcId="{F76AE4C8-9BD1-4A4F-8A0E-F080023D104D}" destId="{894AE8C7-7ACA-4594-A49B-DEC6B61A3898}" srcOrd="3" destOrd="0" presId="urn:microsoft.com/office/officeart/2018/2/layout/IconCircleList"/>
    <dgm:cxn modelId="{819D57D8-6346-4B8E-84F6-61A047CAFA63}" type="presParOf" srcId="{F76AE4C8-9BD1-4A4F-8A0E-F080023D104D}" destId="{C6B6A9DB-897B-4D40-866C-A55591CD317B}" srcOrd="4" destOrd="0" presId="urn:microsoft.com/office/officeart/2018/2/layout/IconCircleList"/>
    <dgm:cxn modelId="{7B36DEBB-F46A-482A-9AA9-F73708845502}" type="presParOf" srcId="{C6B6A9DB-897B-4D40-866C-A55591CD317B}" destId="{50D1C26C-AD49-4B16-83D3-2777C94BA977}" srcOrd="0" destOrd="0" presId="urn:microsoft.com/office/officeart/2018/2/layout/IconCircleList"/>
    <dgm:cxn modelId="{EBA4ABE1-DEC8-484D-9C2B-2EC654E6BFDC}" type="presParOf" srcId="{C6B6A9DB-897B-4D40-866C-A55591CD317B}" destId="{3DCF38F5-FB2B-49AC-A82C-B9447BEBCB58}" srcOrd="1" destOrd="0" presId="urn:microsoft.com/office/officeart/2018/2/layout/IconCircleList"/>
    <dgm:cxn modelId="{EF7477F7-D3FD-4256-AD2A-A893F86C3047}" type="presParOf" srcId="{C6B6A9DB-897B-4D40-866C-A55591CD317B}" destId="{E49D1512-04A0-4055-9508-142595A2F0CB}" srcOrd="2" destOrd="0" presId="urn:microsoft.com/office/officeart/2018/2/layout/IconCircleList"/>
    <dgm:cxn modelId="{31968786-F36E-42B5-B766-CD95DADC276D}" type="presParOf" srcId="{C6B6A9DB-897B-4D40-866C-A55591CD317B}" destId="{15C053CC-991B-4E2D-B29D-B0E12CF4A795}" srcOrd="3" destOrd="0" presId="urn:microsoft.com/office/officeart/2018/2/layout/IconCircleList"/>
    <dgm:cxn modelId="{10267CEA-FEA6-4E31-A730-CA402E1D5A35}" type="presParOf" srcId="{F76AE4C8-9BD1-4A4F-8A0E-F080023D104D}" destId="{D424FF01-1802-49F0-A509-8696399CE034}" srcOrd="5" destOrd="0" presId="urn:microsoft.com/office/officeart/2018/2/layout/IconCircleList"/>
    <dgm:cxn modelId="{3457DA02-724D-427D-B1EE-62F724E38913}" type="presParOf" srcId="{F76AE4C8-9BD1-4A4F-8A0E-F080023D104D}" destId="{D4F3D5B8-6A59-4CF5-A6DB-928FAB48510D}" srcOrd="6" destOrd="0" presId="urn:microsoft.com/office/officeart/2018/2/layout/IconCircleList"/>
    <dgm:cxn modelId="{2E9AE378-8F6E-4259-BAED-8ADEE652CB5F}" type="presParOf" srcId="{D4F3D5B8-6A59-4CF5-A6DB-928FAB48510D}" destId="{F58503CE-2694-4958-A6CC-6D714D719BED}" srcOrd="0" destOrd="0" presId="urn:microsoft.com/office/officeart/2018/2/layout/IconCircleList"/>
    <dgm:cxn modelId="{29CC79B5-72AD-4B69-BB3D-DE4E0FA1ADB2}" type="presParOf" srcId="{D4F3D5B8-6A59-4CF5-A6DB-928FAB48510D}" destId="{CC2DF5BA-2717-44F9-AE6F-11023342FA87}" srcOrd="1" destOrd="0" presId="urn:microsoft.com/office/officeart/2018/2/layout/IconCircleList"/>
    <dgm:cxn modelId="{3E7292D5-D759-43D3-B400-E3F29D49906F}" type="presParOf" srcId="{D4F3D5B8-6A59-4CF5-A6DB-928FAB48510D}" destId="{C439582A-7887-4BA4-B494-EA413B651AC6}" srcOrd="2" destOrd="0" presId="urn:microsoft.com/office/officeart/2018/2/layout/IconCircleList"/>
    <dgm:cxn modelId="{C1FBE82E-BB8A-49C6-A189-07F23CCDA105}" type="presParOf" srcId="{D4F3D5B8-6A59-4CF5-A6DB-928FAB48510D}" destId="{B75A0F50-7FFC-4D92-B421-0C2AF0428A63}" srcOrd="3" destOrd="0" presId="urn:microsoft.com/office/officeart/2018/2/layout/IconCircleList"/>
    <dgm:cxn modelId="{8383C260-CA9D-43C8-81CA-221520069BA4}" type="presParOf" srcId="{F76AE4C8-9BD1-4A4F-8A0E-F080023D104D}" destId="{DB0F6E99-273E-4AC7-887A-A0A8E2596EF1}" srcOrd="7" destOrd="0" presId="urn:microsoft.com/office/officeart/2018/2/layout/IconCircleList"/>
    <dgm:cxn modelId="{9F1BA8F6-C766-4FF1-9D6E-2ADB0234C0A2}" type="presParOf" srcId="{F76AE4C8-9BD1-4A4F-8A0E-F080023D104D}" destId="{1BE832D1-896F-4509-AD1A-AB2DD8C09121}" srcOrd="8" destOrd="0" presId="urn:microsoft.com/office/officeart/2018/2/layout/IconCircleList"/>
    <dgm:cxn modelId="{884D041F-D1C7-478C-A13F-D82C2B021691}" type="presParOf" srcId="{1BE832D1-896F-4509-AD1A-AB2DD8C09121}" destId="{54C6A3D1-6F88-4D2E-98D6-AEE54477DC04}" srcOrd="0" destOrd="0" presId="urn:microsoft.com/office/officeart/2018/2/layout/IconCircleList"/>
    <dgm:cxn modelId="{36CE5518-CE71-4FC0-84CE-7EE2750672A1}" type="presParOf" srcId="{1BE832D1-896F-4509-AD1A-AB2DD8C09121}" destId="{1711EE13-8E3E-46A0-9FD0-963C686E899B}" srcOrd="1" destOrd="0" presId="urn:microsoft.com/office/officeart/2018/2/layout/IconCircleList"/>
    <dgm:cxn modelId="{95A78026-063C-44C9-8033-FAD661A5EDEE}" type="presParOf" srcId="{1BE832D1-896F-4509-AD1A-AB2DD8C09121}" destId="{997D8FA7-F5AE-4458-8492-CCB3A5AC884F}" srcOrd="2" destOrd="0" presId="urn:microsoft.com/office/officeart/2018/2/layout/IconCircleList"/>
    <dgm:cxn modelId="{8C17195F-459D-4F20-96A5-28F2A8E3368A}" type="presParOf" srcId="{1BE832D1-896F-4509-AD1A-AB2DD8C09121}" destId="{B9B3C84F-3E33-48F7-BFC3-EFB63E8ED59F}" srcOrd="3" destOrd="0" presId="urn:microsoft.com/office/officeart/2018/2/layout/IconCircleList"/>
    <dgm:cxn modelId="{FD2457FA-207F-465E-8D6F-2DFD575A4322}" type="presParOf" srcId="{F76AE4C8-9BD1-4A4F-8A0E-F080023D104D}" destId="{5104652D-A691-499C-AE55-F8EBFEFE9129}" srcOrd="9" destOrd="0" presId="urn:microsoft.com/office/officeart/2018/2/layout/IconCircleList"/>
    <dgm:cxn modelId="{D2B981CD-92E3-4068-B374-249343D8D4F0}" type="presParOf" srcId="{F76AE4C8-9BD1-4A4F-8A0E-F080023D104D}" destId="{105CA6C5-D7F3-496D-8718-F20964F46E30}" srcOrd="10" destOrd="0" presId="urn:microsoft.com/office/officeart/2018/2/layout/IconCircleList"/>
    <dgm:cxn modelId="{D9CBCD45-D3A5-41B9-914F-FD0BA585756F}" type="presParOf" srcId="{105CA6C5-D7F3-496D-8718-F20964F46E30}" destId="{2B64027D-2DD5-4D49-8704-299A743F4383}" srcOrd="0" destOrd="0" presId="urn:microsoft.com/office/officeart/2018/2/layout/IconCircleList"/>
    <dgm:cxn modelId="{A8B9499F-4C11-46B2-8760-F27E1D9E6C0A}" type="presParOf" srcId="{105CA6C5-D7F3-496D-8718-F20964F46E30}" destId="{849343A6-725A-402F-B358-C4716737C19F}" srcOrd="1" destOrd="0" presId="urn:microsoft.com/office/officeart/2018/2/layout/IconCircleList"/>
    <dgm:cxn modelId="{E4916DE6-8CC9-4802-8A57-E2B76EEDE907}" type="presParOf" srcId="{105CA6C5-D7F3-496D-8718-F20964F46E30}" destId="{03F37A78-E37B-4FC2-B151-A605C95CFB01}" srcOrd="2" destOrd="0" presId="urn:microsoft.com/office/officeart/2018/2/layout/IconCircleList"/>
    <dgm:cxn modelId="{31D9BAF9-1A58-4101-9D7E-95A583A5D542}" type="presParOf" srcId="{105CA6C5-D7F3-496D-8718-F20964F46E30}" destId="{92624FAD-96CF-4997-95A2-CFA78D46C61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1295AE-00B9-4AD1-8E42-3442A948B018}">
      <dsp:nvSpPr>
        <dsp:cNvPr id="0" name=""/>
        <dsp:cNvSpPr/>
      </dsp:nvSpPr>
      <dsp:spPr>
        <a:xfrm>
          <a:off x="0" y="209502"/>
          <a:ext cx="11426059" cy="3528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514AFF-7742-4A46-9072-86E34A000D3C}">
      <dsp:nvSpPr>
        <dsp:cNvPr id="0" name=""/>
        <dsp:cNvSpPr/>
      </dsp:nvSpPr>
      <dsp:spPr>
        <a:xfrm>
          <a:off x="571302" y="2862"/>
          <a:ext cx="10696448" cy="413280"/>
        </a:xfrm>
        <a:prstGeom prst="roundRect">
          <a:avLst/>
        </a:prstGeom>
        <a:solidFill>
          <a:srgbClr val="C3324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314" tIns="0" rIns="302314" bIns="0" numCol="1" spcCol="1270" anchor="ctr" anchorCtr="0">
          <a:noAutofit/>
        </a:bodyPr>
        <a:lstStyle/>
        <a:p>
          <a:pPr marL="0" lvl="0" indent="0" algn="l" defTabSz="622300">
            <a:lnSpc>
              <a:spcPct val="90000"/>
            </a:lnSpc>
            <a:spcBef>
              <a:spcPct val="0"/>
            </a:spcBef>
            <a:spcAft>
              <a:spcPct val="35000"/>
            </a:spcAft>
            <a:buNone/>
          </a:pPr>
          <a:r>
            <a:rPr lang="en-US" sz="1400" b="1" kern="1200" dirty="0"/>
            <a:t>Data Loading: </a:t>
          </a:r>
          <a:r>
            <a:rPr lang="en-US" sz="1400" b="0" kern="1200" dirty="0"/>
            <a:t>Stage and load the CSV input file into snowflake DB using python </a:t>
          </a:r>
        </a:p>
      </dsp:txBody>
      <dsp:txXfrm>
        <a:off x="591477" y="23037"/>
        <a:ext cx="10656098" cy="372930"/>
      </dsp:txXfrm>
    </dsp:sp>
    <dsp:sp modelId="{EB0BB86E-AC37-4EC2-99EC-22BBF07ECC0A}">
      <dsp:nvSpPr>
        <dsp:cNvPr id="0" name=""/>
        <dsp:cNvSpPr/>
      </dsp:nvSpPr>
      <dsp:spPr>
        <a:xfrm>
          <a:off x="0" y="844542"/>
          <a:ext cx="11426059" cy="352800"/>
        </a:xfrm>
        <a:prstGeom prst="rect">
          <a:avLst/>
        </a:prstGeom>
        <a:solidFill>
          <a:schemeClr val="lt1">
            <a:alpha val="90000"/>
            <a:hueOff val="0"/>
            <a:satOff val="0"/>
            <a:lumOff val="0"/>
            <a:alphaOff val="0"/>
          </a:schemeClr>
        </a:solidFill>
        <a:ln w="12700" cap="flat" cmpd="sng" algn="ctr">
          <a:solidFill>
            <a:schemeClr val="accent5">
              <a:hueOff val="0"/>
              <a:satOff val="-433"/>
              <a:lumOff val="-4039"/>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B9C7C7-A0E8-4685-9364-BC5C56705CED}">
      <dsp:nvSpPr>
        <dsp:cNvPr id="0" name=""/>
        <dsp:cNvSpPr/>
      </dsp:nvSpPr>
      <dsp:spPr>
        <a:xfrm>
          <a:off x="571302" y="637902"/>
          <a:ext cx="10677332" cy="413280"/>
        </a:xfrm>
        <a:prstGeom prst="roundRect">
          <a:avLst/>
        </a:prstGeom>
        <a:solidFill>
          <a:srgbClr val="C3324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314" tIns="0" rIns="302314" bIns="0" numCol="1" spcCol="1270" anchor="ctr" anchorCtr="0">
          <a:noAutofit/>
        </a:bodyPr>
        <a:lstStyle/>
        <a:p>
          <a:pPr marL="0" lvl="0" indent="0" algn="l" defTabSz="622300">
            <a:lnSpc>
              <a:spcPct val="90000"/>
            </a:lnSpc>
            <a:spcBef>
              <a:spcPct val="0"/>
            </a:spcBef>
            <a:spcAft>
              <a:spcPct val="35000"/>
            </a:spcAft>
            <a:buNone/>
          </a:pPr>
          <a:r>
            <a:rPr lang="en-US" sz="1400" b="1" kern="1200" dirty="0"/>
            <a:t>Data Preparation: </a:t>
          </a:r>
          <a:r>
            <a:rPr lang="en-US" sz="1400" b="0" kern="1200" dirty="0"/>
            <a:t>Prepare the data by cleaning and formatting the given data using Python</a:t>
          </a:r>
        </a:p>
      </dsp:txBody>
      <dsp:txXfrm>
        <a:off x="591477" y="658077"/>
        <a:ext cx="10636982" cy="372930"/>
      </dsp:txXfrm>
    </dsp:sp>
    <dsp:sp modelId="{3330F149-2DD6-4709-9A13-B863A96EA1D7}">
      <dsp:nvSpPr>
        <dsp:cNvPr id="0" name=""/>
        <dsp:cNvSpPr/>
      </dsp:nvSpPr>
      <dsp:spPr>
        <a:xfrm>
          <a:off x="0" y="1479582"/>
          <a:ext cx="11426059" cy="352800"/>
        </a:xfrm>
        <a:prstGeom prst="rect">
          <a:avLst/>
        </a:prstGeom>
        <a:solidFill>
          <a:schemeClr val="lt1">
            <a:alpha val="90000"/>
            <a:hueOff val="0"/>
            <a:satOff val="0"/>
            <a:lumOff val="0"/>
            <a:alphaOff val="0"/>
          </a:schemeClr>
        </a:solidFill>
        <a:ln w="12700" cap="flat" cmpd="sng" algn="ctr">
          <a:solidFill>
            <a:schemeClr val="accent5">
              <a:hueOff val="0"/>
              <a:satOff val="-866"/>
              <a:lumOff val="-8078"/>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D1F19B-956A-4C1B-9CB9-EA8D2A256BAB}">
      <dsp:nvSpPr>
        <dsp:cNvPr id="0" name=""/>
        <dsp:cNvSpPr/>
      </dsp:nvSpPr>
      <dsp:spPr>
        <a:xfrm>
          <a:off x="571302" y="1272943"/>
          <a:ext cx="10713164" cy="413280"/>
        </a:xfrm>
        <a:prstGeom prst="roundRect">
          <a:avLst/>
        </a:prstGeom>
        <a:solidFill>
          <a:srgbClr val="C3324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314" tIns="0" rIns="302314" bIns="0" numCol="1" spcCol="1270" anchor="ctr" anchorCtr="0">
          <a:noAutofit/>
        </a:bodyPr>
        <a:lstStyle/>
        <a:p>
          <a:pPr marL="0" lvl="0" indent="0" algn="l" defTabSz="622300">
            <a:lnSpc>
              <a:spcPct val="90000"/>
            </a:lnSpc>
            <a:spcBef>
              <a:spcPct val="0"/>
            </a:spcBef>
            <a:spcAft>
              <a:spcPct val="35000"/>
            </a:spcAft>
            <a:buNone/>
          </a:pPr>
          <a:r>
            <a:rPr lang="en-US" sz="1400" b="1" kern="1200" dirty="0"/>
            <a:t>Data Exploration</a:t>
          </a:r>
          <a:r>
            <a:rPr lang="en-US" sz="1400" kern="1200" dirty="0"/>
            <a:t>:  Identify patterns and relationship between different incident factors, using data visualization tool Power BI</a:t>
          </a:r>
        </a:p>
      </dsp:txBody>
      <dsp:txXfrm>
        <a:off x="591477" y="1293118"/>
        <a:ext cx="10672814" cy="372930"/>
      </dsp:txXfrm>
    </dsp:sp>
    <dsp:sp modelId="{A9B3B136-D524-4179-8907-4A40723F5EB4}">
      <dsp:nvSpPr>
        <dsp:cNvPr id="0" name=""/>
        <dsp:cNvSpPr/>
      </dsp:nvSpPr>
      <dsp:spPr>
        <a:xfrm>
          <a:off x="0" y="2114623"/>
          <a:ext cx="11426059" cy="352800"/>
        </a:xfrm>
        <a:prstGeom prst="rect">
          <a:avLst/>
        </a:prstGeom>
        <a:solidFill>
          <a:schemeClr val="lt1">
            <a:alpha val="90000"/>
            <a:hueOff val="0"/>
            <a:satOff val="0"/>
            <a:lumOff val="0"/>
            <a:alphaOff val="0"/>
          </a:schemeClr>
        </a:solidFill>
        <a:ln w="12700" cap="flat" cmpd="sng" algn="ctr">
          <a:solidFill>
            <a:schemeClr val="accent5">
              <a:hueOff val="0"/>
              <a:satOff val="-1298"/>
              <a:lumOff val="-12118"/>
              <a:alphaOff val="0"/>
            </a:schemeClr>
          </a:solidFill>
          <a:prstDash val="solid"/>
          <a:miter lim="800000"/>
        </a:ln>
        <a:effectLst/>
      </dsp:spPr>
      <dsp:style>
        <a:lnRef idx="2">
          <a:scrgbClr r="0" g="0" b="0"/>
        </a:lnRef>
        <a:fillRef idx="1">
          <a:scrgbClr r="0" g="0" b="0"/>
        </a:fillRef>
        <a:effectRef idx="0">
          <a:scrgbClr r="0" g="0" b="0"/>
        </a:effectRef>
        <a:fontRef idx="minor"/>
      </dsp:style>
    </dsp:sp>
    <dsp:sp modelId="{29074B71-46F0-4E2C-AEFB-3B9F7D394234}">
      <dsp:nvSpPr>
        <dsp:cNvPr id="0" name=""/>
        <dsp:cNvSpPr/>
      </dsp:nvSpPr>
      <dsp:spPr>
        <a:xfrm>
          <a:off x="571302" y="1907983"/>
          <a:ext cx="10685330" cy="413280"/>
        </a:xfrm>
        <a:prstGeom prst="roundRect">
          <a:avLst/>
        </a:prstGeom>
        <a:solidFill>
          <a:srgbClr val="C3324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314" tIns="0" rIns="302314" bIns="0" numCol="1" spcCol="1270" anchor="ctr" anchorCtr="0">
          <a:noAutofit/>
        </a:bodyPr>
        <a:lstStyle/>
        <a:p>
          <a:pPr marL="0" lvl="0" indent="0" algn="l" defTabSz="622300">
            <a:lnSpc>
              <a:spcPct val="90000"/>
            </a:lnSpc>
            <a:spcBef>
              <a:spcPct val="0"/>
            </a:spcBef>
            <a:spcAft>
              <a:spcPct val="35000"/>
            </a:spcAft>
            <a:buNone/>
          </a:pPr>
          <a:r>
            <a:rPr lang="en-US" sz="1400" b="1" kern="1200" dirty="0"/>
            <a:t>Feature Engineering</a:t>
          </a:r>
          <a:r>
            <a:rPr lang="en-US" sz="1400" kern="1200" dirty="0"/>
            <a:t>: Identify the relevant data for test and train the data in order to predict the resolution time</a:t>
          </a:r>
        </a:p>
      </dsp:txBody>
      <dsp:txXfrm>
        <a:off x="591477" y="1928158"/>
        <a:ext cx="10644980" cy="372930"/>
      </dsp:txXfrm>
    </dsp:sp>
    <dsp:sp modelId="{D737C6D9-94AB-4669-81B3-779D927E6198}">
      <dsp:nvSpPr>
        <dsp:cNvPr id="0" name=""/>
        <dsp:cNvSpPr/>
      </dsp:nvSpPr>
      <dsp:spPr>
        <a:xfrm>
          <a:off x="0" y="2749663"/>
          <a:ext cx="11426059" cy="352800"/>
        </a:xfrm>
        <a:prstGeom prst="rect">
          <a:avLst/>
        </a:prstGeom>
        <a:solidFill>
          <a:schemeClr val="lt1">
            <a:alpha val="90000"/>
            <a:hueOff val="0"/>
            <a:satOff val="0"/>
            <a:lumOff val="0"/>
            <a:alphaOff val="0"/>
          </a:schemeClr>
        </a:solidFill>
        <a:ln w="12700" cap="flat" cmpd="sng" algn="ctr">
          <a:solidFill>
            <a:schemeClr val="accent5">
              <a:hueOff val="0"/>
              <a:satOff val="-1731"/>
              <a:lumOff val="-16157"/>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9B3D39-5A0D-4F1D-8898-362D52952B17}">
      <dsp:nvSpPr>
        <dsp:cNvPr id="0" name=""/>
        <dsp:cNvSpPr/>
      </dsp:nvSpPr>
      <dsp:spPr>
        <a:xfrm>
          <a:off x="571302" y="2543022"/>
          <a:ext cx="10682131" cy="413280"/>
        </a:xfrm>
        <a:prstGeom prst="roundRect">
          <a:avLst/>
        </a:prstGeom>
        <a:solidFill>
          <a:srgbClr val="C3324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314" tIns="0" rIns="302314" bIns="0" numCol="1" spcCol="1270" anchor="ctr" anchorCtr="0">
          <a:noAutofit/>
        </a:bodyPr>
        <a:lstStyle/>
        <a:p>
          <a:pPr marL="0" lvl="0" indent="0" algn="l" defTabSz="622300">
            <a:lnSpc>
              <a:spcPct val="90000"/>
            </a:lnSpc>
            <a:spcBef>
              <a:spcPct val="0"/>
            </a:spcBef>
            <a:spcAft>
              <a:spcPct val="35000"/>
            </a:spcAft>
            <a:buNone/>
          </a:pPr>
          <a:r>
            <a:rPr lang="en-US" sz="1400" b="1" kern="1200" dirty="0"/>
            <a:t>Model Development</a:t>
          </a:r>
          <a:r>
            <a:rPr lang="en-US" sz="1400" kern="1200" dirty="0"/>
            <a:t>: Training the data using ML algorithms to get the accuracy to find out which algorithm is best.</a:t>
          </a:r>
        </a:p>
      </dsp:txBody>
      <dsp:txXfrm>
        <a:off x="591477" y="2563197"/>
        <a:ext cx="10641781" cy="372930"/>
      </dsp:txXfrm>
    </dsp:sp>
    <dsp:sp modelId="{C5A9594F-782E-455D-9B09-2D6D0A9E213B}">
      <dsp:nvSpPr>
        <dsp:cNvPr id="0" name=""/>
        <dsp:cNvSpPr/>
      </dsp:nvSpPr>
      <dsp:spPr>
        <a:xfrm>
          <a:off x="0" y="3384703"/>
          <a:ext cx="11426059" cy="352800"/>
        </a:xfrm>
        <a:prstGeom prst="rect">
          <a:avLst/>
        </a:prstGeom>
        <a:solidFill>
          <a:schemeClr val="lt1">
            <a:alpha val="90000"/>
            <a:hueOff val="0"/>
            <a:satOff val="0"/>
            <a:lumOff val="0"/>
            <a:alphaOff val="0"/>
          </a:schemeClr>
        </a:solidFill>
        <a:ln w="12700" cap="flat" cmpd="sng" algn="ctr">
          <a:solidFill>
            <a:schemeClr val="accent5">
              <a:hueOff val="0"/>
              <a:satOff val="-2164"/>
              <a:lumOff val="-20196"/>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11F30A-B651-4D17-8198-F545D29389B4}">
      <dsp:nvSpPr>
        <dsp:cNvPr id="0" name=""/>
        <dsp:cNvSpPr/>
      </dsp:nvSpPr>
      <dsp:spPr>
        <a:xfrm>
          <a:off x="571302" y="3161073"/>
          <a:ext cx="10650298" cy="413280"/>
        </a:xfrm>
        <a:prstGeom prst="roundRect">
          <a:avLst/>
        </a:prstGeom>
        <a:solidFill>
          <a:srgbClr val="C3324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314" tIns="0" rIns="302314" bIns="0" numCol="1" spcCol="1270" anchor="ctr" anchorCtr="0">
          <a:noAutofit/>
        </a:bodyPr>
        <a:lstStyle/>
        <a:p>
          <a:pPr marL="0" lvl="0" indent="0" algn="l" defTabSz="622300">
            <a:lnSpc>
              <a:spcPct val="90000"/>
            </a:lnSpc>
            <a:spcBef>
              <a:spcPct val="0"/>
            </a:spcBef>
            <a:spcAft>
              <a:spcPct val="35000"/>
            </a:spcAft>
            <a:buNone/>
          </a:pPr>
          <a:r>
            <a:rPr lang="en-US" sz="1400" b="1" kern="1200" dirty="0"/>
            <a:t>Model Validation</a:t>
          </a:r>
          <a:r>
            <a:rPr lang="en-US" sz="1400" kern="1200" dirty="0"/>
            <a:t>: Validate the predictive model to identify patterns and relationships between different incident factors</a:t>
          </a:r>
        </a:p>
      </dsp:txBody>
      <dsp:txXfrm>
        <a:off x="591477" y="3181248"/>
        <a:ext cx="10609948"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DC365E-2103-4CA3-99A9-55640658DB6C}">
      <dsp:nvSpPr>
        <dsp:cNvPr id="0" name=""/>
        <dsp:cNvSpPr/>
      </dsp:nvSpPr>
      <dsp:spPr>
        <a:xfrm>
          <a:off x="0" y="1453"/>
          <a:ext cx="10404386" cy="619452"/>
        </a:xfrm>
        <a:prstGeom prst="roundRect">
          <a:avLst>
            <a:gd name="adj" fmla="val 10000"/>
          </a:avLst>
        </a:prstGeom>
        <a:solidFill>
          <a:srgbClr val="595959"/>
        </a:solidFill>
        <a:ln>
          <a:noFill/>
        </a:ln>
        <a:effectLst/>
      </dsp:spPr>
      <dsp:style>
        <a:lnRef idx="0">
          <a:scrgbClr r="0" g="0" b="0"/>
        </a:lnRef>
        <a:fillRef idx="1">
          <a:scrgbClr r="0" g="0" b="0"/>
        </a:fillRef>
        <a:effectRef idx="0">
          <a:scrgbClr r="0" g="0" b="0"/>
        </a:effectRef>
        <a:fontRef idx="minor"/>
      </dsp:style>
    </dsp:sp>
    <dsp:sp modelId="{561D39EF-12BD-4973-B253-277BC4173295}">
      <dsp:nvSpPr>
        <dsp:cNvPr id="0" name=""/>
        <dsp:cNvSpPr/>
      </dsp:nvSpPr>
      <dsp:spPr>
        <a:xfrm>
          <a:off x="187384" y="140830"/>
          <a:ext cx="340698" cy="3406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CBBD0C-2F78-49F0-A655-E3BEB720F454}">
      <dsp:nvSpPr>
        <dsp:cNvPr id="0" name=""/>
        <dsp:cNvSpPr/>
      </dsp:nvSpPr>
      <dsp:spPr>
        <a:xfrm>
          <a:off x="715467" y="1453"/>
          <a:ext cx="9688919" cy="619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59" tIns="65559" rIns="65559" bIns="65559"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hueOff val="0"/>
                  <a:satOff val="0"/>
                  <a:lumOff val="0"/>
                  <a:alphaOff val="0"/>
                </a:sysClr>
              </a:solidFill>
              <a:latin typeface="Gill Sans MT" panose="020B0502020104020203"/>
              <a:ea typeface="+mn-ea"/>
              <a:cs typeface="+mn-cs"/>
            </a:rPr>
            <a:t>Being part of a support model and working on incidents daily, it's essential for us to resolve the incident in a timely manner in order to deliver seamless experience to our customer.</a:t>
          </a:r>
        </a:p>
      </dsp:txBody>
      <dsp:txXfrm>
        <a:off x="715467" y="1453"/>
        <a:ext cx="9688919" cy="619452"/>
      </dsp:txXfrm>
    </dsp:sp>
    <dsp:sp modelId="{928E615F-D237-4DBD-BAB4-A32B8122F4DE}">
      <dsp:nvSpPr>
        <dsp:cNvPr id="0" name=""/>
        <dsp:cNvSpPr/>
      </dsp:nvSpPr>
      <dsp:spPr>
        <a:xfrm>
          <a:off x="0" y="775769"/>
          <a:ext cx="10404386" cy="619452"/>
        </a:xfrm>
        <a:prstGeom prst="roundRect">
          <a:avLst>
            <a:gd name="adj" fmla="val 10000"/>
          </a:avLst>
        </a:prstGeom>
        <a:solidFill>
          <a:schemeClr val="tx2">
            <a:lumMod val="60000"/>
            <a:lumOff val="40000"/>
          </a:schemeClr>
        </a:solidFill>
        <a:ln>
          <a:noFill/>
        </a:ln>
        <a:effectLst/>
      </dsp:spPr>
      <dsp:style>
        <a:lnRef idx="0">
          <a:scrgbClr r="0" g="0" b="0"/>
        </a:lnRef>
        <a:fillRef idx="1">
          <a:scrgbClr r="0" g="0" b="0"/>
        </a:fillRef>
        <a:effectRef idx="0">
          <a:scrgbClr r="0" g="0" b="0"/>
        </a:effectRef>
        <a:fontRef idx="minor"/>
      </dsp:style>
    </dsp:sp>
    <dsp:sp modelId="{7F951DC3-8BBA-4349-A243-1297234A910D}">
      <dsp:nvSpPr>
        <dsp:cNvPr id="0" name=""/>
        <dsp:cNvSpPr/>
      </dsp:nvSpPr>
      <dsp:spPr>
        <a:xfrm>
          <a:off x="187384" y="915146"/>
          <a:ext cx="340698" cy="3406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C7EBD5-986B-4609-A5FC-B4C61CA55E3D}">
      <dsp:nvSpPr>
        <dsp:cNvPr id="0" name=""/>
        <dsp:cNvSpPr/>
      </dsp:nvSpPr>
      <dsp:spPr>
        <a:xfrm>
          <a:off x="715467" y="775769"/>
          <a:ext cx="9688919" cy="619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59" tIns="65559" rIns="65559" bIns="65559"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hueOff val="0"/>
                  <a:satOff val="0"/>
                  <a:lumOff val="0"/>
                  <a:alphaOff val="0"/>
                </a:sysClr>
              </a:solidFill>
              <a:latin typeface="Gill Sans MT" panose="020B0502020104020203"/>
              <a:ea typeface="+mn-ea"/>
              <a:cs typeface="+mn-cs"/>
            </a:rPr>
            <a:t>This case study will help us to design a predictive model to recognize the incidents that are probably going to exceed the resolution time. </a:t>
          </a:r>
        </a:p>
      </dsp:txBody>
      <dsp:txXfrm>
        <a:off x="715467" y="775769"/>
        <a:ext cx="9688919" cy="619452"/>
      </dsp:txXfrm>
    </dsp:sp>
    <dsp:sp modelId="{80565BF6-59BC-49D0-A861-3D22A96F1924}">
      <dsp:nvSpPr>
        <dsp:cNvPr id="0" name=""/>
        <dsp:cNvSpPr/>
      </dsp:nvSpPr>
      <dsp:spPr>
        <a:xfrm>
          <a:off x="0" y="1550085"/>
          <a:ext cx="10404386" cy="619452"/>
        </a:xfrm>
        <a:prstGeom prst="roundRect">
          <a:avLst>
            <a:gd name="adj" fmla="val 10000"/>
          </a:avLst>
        </a:prstGeom>
        <a:solidFill>
          <a:srgbClr val="795FAF">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C4C91DC5-A95B-46BD-B161-BB420B1B1386}">
      <dsp:nvSpPr>
        <dsp:cNvPr id="0" name=""/>
        <dsp:cNvSpPr/>
      </dsp:nvSpPr>
      <dsp:spPr>
        <a:xfrm>
          <a:off x="187384" y="1689462"/>
          <a:ext cx="340698" cy="3406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2D8554-786D-433C-BFF0-316AD65D33EE}">
      <dsp:nvSpPr>
        <dsp:cNvPr id="0" name=""/>
        <dsp:cNvSpPr/>
      </dsp:nvSpPr>
      <dsp:spPr>
        <a:xfrm>
          <a:off x="715467" y="1550085"/>
          <a:ext cx="9688919" cy="619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59" tIns="65559" rIns="65559" bIns="65559"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hueOff val="0"/>
                  <a:satOff val="0"/>
                  <a:lumOff val="0"/>
                  <a:alphaOff val="0"/>
                </a:sysClr>
              </a:solidFill>
              <a:latin typeface="Gill Sans MT" panose="020B0502020104020203"/>
              <a:ea typeface="+mn-ea"/>
              <a:cs typeface="+mn-cs"/>
            </a:rPr>
            <a:t>By anticipating the estimated resolution time for an incident, it will assist us to better manage their incident workload and improve </a:t>
          </a:r>
          <a:r>
            <a:rPr lang="en-US" sz="1800" kern="1200" dirty="0" err="1">
              <a:solidFill>
                <a:sysClr val="window" lastClr="FFFFFF">
                  <a:hueOff val="0"/>
                  <a:satOff val="0"/>
                  <a:lumOff val="0"/>
                  <a:alphaOff val="0"/>
                </a:sysClr>
              </a:solidFill>
              <a:latin typeface="Gill Sans MT" panose="020B0502020104020203"/>
              <a:ea typeface="+mn-ea"/>
              <a:cs typeface="+mn-cs"/>
            </a:rPr>
            <a:t>MTTR</a:t>
          </a:r>
          <a:r>
            <a:rPr lang="en-US" sz="1800" kern="1200" dirty="0">
              <a:solidFill>
                <a:sysClr val="window" lastClr="FFFFFF">
                  <a:hueOff val="0"/>
                  <a:satOff val="0"/>
                  <a:lumOff val="0"/>
                  <a:alphaOff val="0"/>
                </a:sysClr>
              </a:solidFill>
              <a:latin typeface="Gill Sans MT" panose="020B0502020104020203"/>
              <a:ea typeface="+mn-ea"/>
              <a:cs typeface="+mn-cs"/>
            </a:rPr>
            <a:t> and SLA’s.</a:t>
          </a:r>
        </a:p>
      </dsp:txBody>
      <dsp:txXfrm>
        <a:off x="715467" y="1550085"/>
        <a:ext cx="9688919" cy="619452"/>
      </dsp:txXfrm>
    </dsp:sp>
    <dsp:sp modelId="{DAEC9D0F-686A-41E0-AD72-9CD292F34046}">
      <dsp:nvSpPr>
        <dsp:cNvPr id="0" name=""/>
        <dsp:cNvSpPr/>
      </dsp:nvSpPr>
      <dsp:spPr>
        <a:xfrm>
          <a:off x="0" y="2324401"/>
          <a:ext cx="10404386" cy="619452"/>
        </a:xfrm>
        <a:prstGeom prst="roundRect">
          <a:avLst>
            <a:gd name="adj" fmla="val 10000"/>
          </a:avLst>
        </a:prstGeom>
        <a:solidFill>
          <a:srgbClr val="586EA6">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B6A07297-B075-4EDB-B0B2-2E56E32524A8}">
      <dsp:nvSpPr>
        <dsp:cNvPr id="0" name=""/>
        <dsp:cNvSpPr/>
      </dsp:nvSpPr>
      <dsp:spPr>
        <a:xfrm>
          <a:off x="187384" y="2463777"/>
          <a:ext cx="340698" cy="34069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4A27A7-F4DD-4A4C-B8E5-8FEF7C5CA305}">
      <dsp:nvSpPr>
        <dsp:cNvPr id="0" name=""/>
        <dsp:cNvSpPr/>
      </dsp:nvSpPr>
      <dsp:spPr>
        <a:xfrm>
          <a:off x="715467" y="2324401"/>
          <a:ext cx="9688919" cy="619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59" tIns="65559" rIns="65559" bIns="65559"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hueOff val="0"/>
                  <a:satOff val="0"/>
                  <a:lumOff val="0"/>
                  <a:alphaOff val="0"/>
                </a:sysClr>
              </a:solidFill>
              <a:latin typeface="Gill Sans MT" panose="020B0502020104020203"/>
              <a:ea typeface="+mn-ea"/>
              <a:cs typeface="+mn-cs"/>
            </a:rPr>
            <a:t>This will help us to maintain our yearly evaluation metrics, since SLA  is one of the key parameters for our year end goals.</a:t>
          </a:r>
        </a:p>
      </dsp:txBody>
      <dsp:txXfrm>
        <a:off x="715467" y="2324401"/>
        <a:ext cx="9688919" cy="619452"/>
      </dsp:txXfrm>
    </dsp:sp>
    <dsp:sp modelId="{C9FF1889-EDD4-40B1-8439-184B75E24BE2}">
      <dsp:nvSpPr>
        <dsp:cNvPr id="0" name=""/>
        <dsp:cNvSpPr/>
      </dsp:nvSpPr>
      <dsp:spPr>
        <a:xfrm>
          <a:off x="0" y="3098716"/>
          <a:ext cx="10404386" cy="619452"/>
        </a:xfrm>
        <a:prstGeom prst="roundRect">
          <a:avLst>
            <a:gd name="adj" fmla="val 10000"/>
          </a:avLst>
        </a:prstGeom>
        <a:solidFill>
          <a:srgbClr val="6892A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8F431B50-8DC9-4F9A-807C-37E06A18F411}">
      <dsp:nvSpPr>
        <dsp:cNvPr id="0" name=""/>
        <dsp:cNvSpPr/>
      </dsp:nvSpPr>
      <dsp:spPr>
        <a:xfrm>
          <a:off x="187384" y="3238093"/>
          <a:ext cx="340698" cy="34069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946FF9-AA2C-4753-B6BE-CD0DA79B43BE}">
      <dsp:nvSpPr>
        <dsp:cNvPr id="0" name=""/>
        <dsp:cNvSpPr/>
      </dsp:nvSpPr>
      <dsp:spPr>
        <a:xfrm>
          <a:off x="715467" y="3098716"/>
          <a:ext cx="9688919" cy="619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59" tIns="65559" rIns="65559" bIns="65559"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hueOff val="0"/>
                  <a:satOff val="0"/>
                  <a:lumOff val="0"/>
                  <a:alphaOff val="0"/>
                </a:sysClr>
              </a:solidFill>
              <a:latin typeface="Gill Sans MT" panose="020B0502020104020203"/>
              <a:ea typeface="+mn-ea"/>
              <a:cs typeface="+mn-cs"/>
            </a:rPr>
            <a:t>This prediction helps leadership team to effectively allocate and manage their resources better.</a:t>
          </a:r>
        </a:p>
      </dsp:txBody>
      <dsp:txXfrm>
        <a:off x="715467" y="3098716"/>
        <a:ext cx="9688919" cy="619452"/>
      </dsp:txXfrm>
    </dsp:sp>
    <dsp:sp modelId="{6A05452E-1A1C-4871-A2E0-C4ED75771F9D}">
      <dsp:nvSpPr>
        <dsp:cNvPr id="0" name=""/>
        <dsp:cNvSpPr/>
      </dsp:nvSpPr>
      <dsp:spPr>
        <a:xfrm>
          <a:off x="0" y="3873032"/>
          <a:ext cx="10404386" cy="619452"/>
        </a:xfrm>
        <a:prstGeom prst="roundRect">
          <a:avLst>
            <a:gd name="adj" fmla="val 10000"/>
          </a:avLst>
        </a:prstGeom>
        <a:solidFill>
          <a:srgbClr val="DE478E">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7B444211-A7CC-4CB6-8B3F-D21B5DB55DA7}">
      <dsp:nvSpPr>
        <dsp:cNvPr id="0" name=""/>
        <dsp:cNvSpPr/>
      </dsp:nvSpPr>
      <dsp:spPr>
        <a:xfrm>
          <a:off x="187384" y="4012409"/>
          <a:ext cx="340698" cy="34069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84DAA8-BEC2-44BA-8FFE-642DB45736D6}">
      <dsp:nvSpPr>
        <dsp:cNvPr id="0" name=""/>
        <dsp:cNvSpPr/>
      </dsp:nvSpPr>
      <dsp:spPr>
        <a:xfrm>
          <a:off x="715467" y="3873032"/>
          <a:ext cx="9688919" cy="619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559" tIns="65559" rIns="65559" bIns="65559"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hueOff val="0"/>
                  <a:satOff val="0"/>
                  <a:lumOff val="0"/>
                  <a:alphaOff val="0"/>
                </a:sysClr>
              </a:solidFill>
              <a:latin typeface="Gill Sans MT" panose="020B0502020104020203"/>
              <a:ea typeface="+mn-ea"/>
              <a:cs typeface="+mn-cs"/>
            </a:rPr>
            <a:t>This case study implementation in SNOW platform will give an insight to the end user, approximately when this incident can be resolved which helps end user to plan their workload accordingly.</a:t>
          </a:r>
        </a:p>
      </dsp:txBody>
      <dsp:txXfrm>
        <a:off x="715467" y="3873032"/>
        <a:ext cx="9688919" cy="6194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D63A0F-372E-40AD-9D1F-0C3C590101F8}">
      <dsp:nvSpPr>
        <dsp:cNvPr id="0" name=""/>
        <dsp:cNvSpPr/>
      </dsp:nvSpPr>
      <dsp:spPr>
        <a:xfrm>
          <a:off x="0" y="197577"/>
          <a:ext cx="6128416" cy="3276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sp>
    <dsp:sp modelId="{8AE65C84-0EFB-4517-A87B-79AEEDFBBE04}">
      <dsp:nvSpPr>
        <dsp:cNvPr id="0" name=""/>
        <dsp:cNvSpPr/>
      </dsp:nvSpPr>
      <dsp:spPr>
        <a:xfrm>
          <a:off x="306420" y="5697"/>
          <a:ext cx="4289891"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2148" tIns="0" rIns="162148" bIns="0" numCol="1" spcCol="1270" anchor="ctr" anchorCtr="0">
          <a:noAutofit/>
        </a:bodyPr>
        <a:lstStyle/>
        <a:p>
          <a:pPr marL="0" lvl="0" indent="0" algn="l" defTabSz="577850">
            <a:lnSpc>
              <a:spcPct val="90000"/>
            </a:lnSpc>
            <a:spcBef>
              <a:spcPct val="0"/>
            </a:spcBef>
            <a:spcAft>
              <a:spcPct val="35000"/>
            </a:spcAft>
            <a:buNone/>
          </a:pPr>
          <a:r>
            <a:rPr lang="en-US" sz="1300" b="1" kern="1200" dirty="0">
              <a:solidFill>
                <a:sysClr val="window" lastClr="FFFFFF"/>
              </a:solidFill>
              <a:latin typeface="+mn-lt"/>
              <a:ea typeface="+mn-ea"/>
              <a:cs typeface="+mn-cs"/>
            </a:rPr>
            <a:t>STEP 1: Data</a:t>
          </a:r>
          <a:r>
            <a:rPr lang="en-US" sz="1300" kern="1200" dirty="0">
              <a:solidFill>
                <a:sysClr val="window" lastClr="FFFFFF"/>
              </a:solidFill>
              <a:latin typeface="+mn-lt"/>
              <a:ea typeface="+mn-ea"/>
              <a:cs typeface="+mn-cs"/>
            </a:rPr>
            <a:t> </a:t>
          </a:r>
          <a:r>
            <a:rPr lang="en-US" sz="1300" b="1" kern="1200" dirty="0">
              <a:solidFill>
                <a:sysClr val="window" lastClr="FFFFFF"/>
              </a:solidFill>
              <a:latin typeface="+mn-lt"/>
              <a:ea typeface="+mn-ea"/>
              <a:cs typeface="+mn-cs"/>
            </a:rPr>
            <a:t>Loading</a:t>
          </a:r>
          <a:endParaRPr lang="en-US" sz="1300" kern="1200" dirty="0">
            <a:solidFill>
              <a:sysClr val="window" lastClr="FFFFFF"/>
            </a:solidFill>
            <a:latin typeface="+mn-lt"/>
            <a:ea typeface="+mn-ea"/>
            <a:cs typeface="+mn-cs"/>
          </a:endParaRPr>
        </a:p>
      </dsp:txBody>
      <dsp:txXfrm>
        <a:off x="325154" y="24431"/>
        <a:ext cx="4252423" cy="346292"/>
      </dsp:txXfrm>
    </dsp:sp>
    <dsp:sp modelId="{7EB2A60D-9941-428E-8B5A-91C3C0D5DA4E}">
      <dsp:nvSpPr>
        <dsp:cNvPr id="0" name=""/>
        <dsp:cNvSpPr/>
      </dsp:nvSpPr>
      <dsp:spPr>
        <a:xfrm>
          <a:off x="0" y="787257"/>
          <a:ext cx="6128416" cy="15561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75633" tIns="270764" rIns="47563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mn-lt"/>
              <a:ea typeface="+mn-ea"/>
              <a:cs typeface="+mn-cs"/>
            </a:rPr>
            <a:t>Log in into the snowflake account.</a:t>
          </a:r>
        </a:p>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mn-lt"/>
              <a:ea typeface="+mn-ea"/>
              <a:cs typeface="+mn-cs"/>
            </a:rPr>
            <a:t>Create/Use the database and schema.</a:t>
          </a:r>
        </a:p>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mn-lt"/>
              <a:ea typeface="+mn-ea"/>
              <a:cs typeface="+mn-cs"/>
            </a:rPr>
            <a:t>Create Table in Snowflake using Create Statement.</a:t>
          </a:r>
        </a:p>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mn-lt"/>
              <a:ea typeface="+mn-ea"/>
              <a:cs typeface="+mn-cs"/>
            </a:rPr>
            <a:t>Create File Format which describes a set of staged data.</a:t>
          </a:r>
        </a:p>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mn-lt"/>
              <a:ea typeface="+mn-ea"/>
              <a:cs typeface="+mn-cs"/>
            </a:rPr>
            <a:t>Load the CSV file from local system to the staging of the Snowflake.</a:t>
          </a:r>
        </a:p>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mn-lt"/>
              <a:ea typeface="+mn-ea"/>
              <a:cs typeface="+mn-cs"/>
            </a:rPr>
            <a:t>Copy the data into Target Table.</a:t>
          </a:r>
        </a:p>
      </dsp:txBody>
      <dsp:txXfrm>
        <a:off x="0" y="787257"/>
        <a:ext cx="6128416" cy="1556100"/>
      </dsp:txXfrm>
    </dsp:sp>
    <dsp:sp modelId="{3BBCC3FB-4CBD-4454-803E-6A83004E5186}">
      <dsp:nvSpPr>
        <dsp:cNvPr id="0" name=""/>
        <dsp:cNvSpPr/>
      </dsp:nvSpPr>
      <dsp:spPr>
        <a:xfrm>
          <a:off x="306420" y="595377"/>
          <a:ext cx="4289891"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2148" tIns="0" rIns="162148" bIns="0" numCol="1" spcCol="1270" anchor="ctr" anchorCtr="0">
          <a:noAutofit/>
        </a:bodyPr>
        <a:lstStyle/>
        <a:p>
          <a:pPr marL="0" lvl="0" indent="0" algn="l" defTabSz="577850">
            <a:lnSpc>
              <a:spcPct val="90000"/>
            </a:lnSpc>
            <a:spcBef>
              <a:spcPct val="0"/>
            </a:spcBef>
            <a:spcAft>
              <a:spcPct val="35000"/>
            </a:spcAft>
            <a:buNone/>
          </a:pPr>
          <a:r>
            <a:rPr lang="en-US" sz="1300" kern="1200" dirty="0">
              <a:solidFill>
                <a:sysClr val="window" lastClr="FFFFFF"/>
              </a:solidFill>
              <a:latin typeface="+mn-lt"/>
              <a:ea typeface="+mn-ea"/>
              <a:cs typeface="+mn-cs"/>
            </a:rPr>
            <a:t>Loading CSV into Snowflake DB involves the serious of steps</a:t>
          </a:r>
        </a:p>
      </dsp:txBody>
      <dsp:txXfrm>
        <a:off x="325154" y="614111"/>
        <a:ext cx="4252423" cy="346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CC8D4B-5D5B-4360-80F4-1C99328739A6}">
      <dsp:nvSpPr>
        <dsp:cNvPr id="0" name=""/>
        <dsp:cNvSpPr/>
      </dsp:nvSpPr>
      <dsp:spPr>
        <a:xfrm>
          <a:off x="0" y="348713"/>
          <a:ext cx="10609737" cy="5040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sp>
    <dsp:sp modelId="{F2DE48DC-D812-4C38-8ED4-5F32E0D0D439}">
      <dsp:nvSpPr>
        <dsp:cNvPr id="0" name=""/>
        <dsp:cNvSpPr/>
      </dsp:nvSpPr>
      <dsp:spPr>
        <a:xfrm>
          <a:off x="530486" y="53513"/>
          <a:ext cx="7426815" cy="59040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0716" tIns="0" rIns="280716"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ysClr val="window" lastClr="FFFFFF"/>
              </a:solidFill>
              <a:latin typeface="+mn-lt"/>
              <a:ea typeface="+mn-ea"/>
              <a:cs typeface="+mn-cs"/>
            </a:rPr>
            <a:t>STEP 2: DATA</a:t>
          </a:r>
          <a:r>
            <a:rPr lang="en-US" sz="1600" kern="1200" dirty="0">
              <a:solidFill>
                <a:sysClr val="window" lastClr="FFFFFF"/>
              </a:solidFill>
              <a:latin typeface="+mn-lt"/>
              <a:ea typeface="+mn-ea"/>
              <a:cs typeface="+mn-cs"/>
            </a:rPr>
            <a:t> </a:t>
          </a:r>
          <a:r>
            <a:rPr lang="en-US" sz="1600" b="1" kern="1200" dirty="0">
              <a:solidFill>
                <a:sysClr val="window" lastClr="FFFFFF"/>
              </a:solidFill>
              <a:latin typeface="+mn-lt"/>
              <a:ea typeface="+mn-ea"/>
              <a:cs typeface="+mn-cs"/>
            </a:rPr>
            <a:t>PREPARATION</a:t>
          </a:r>
          <a:endParaRPr lang="en-US" sz="1600" kern="1200" dirty="0">
            <a:solidFill>
              <a:sysClr val="window" lastClr="FFFFFF"/>
            </a:solidFill>
            <a:latin typeface="+mn-lt"/>
            <a:ea typeface="+mn-ea"/>
            <a:cs typeface="+mn-cs"/>
          </a:endParaRPr>
        </a:p>
      </dsp:txBody>
      <dsp:txXfrm>
        <a:off x="559307" y="82334"/>
        <a:ext cx="7369173" cy="532758"/>
      </dsp:txXfrm>
    </dsp:sp>
    <dsp:sp modelId="{12B13F37-F79C-4462-A14F-29C90F6BD9E6}">
      <dsp:nvSpPr>
        <dsp:cNvPr id="0" name=""/>
        <dsp:cNvSpPr/>
      </dsp:nvSpPr>
      <dsp:spPr>
        <a:xfrm>
          <a:off x="0" y="1255913"/>
          <a:ext cx="10609737" cy="1950767"/>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23433" tIns="333248" rIns="823433"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mn-lt"/>
              <a:ea typeface="+mn-ea"/>
              <a:cs typeface="+mn-cs"/>
            </a:rPr>
            <a:t>Select only the </a:t>
          </a:r>
          <a:r>
            <a:rPr lang="en-US" sz="1600" b="1" kern="1200" dirty="0">
              <a:solidFill>
                <a:sysClr val="windowText" lastClr="000000">
                  <a:hueOff val="0"/>
                  <a:satOff val="0"/>
                  <a:lumOff val="0"/>
                  <a:alphaOff val="0"/>
                </a:sysClr>
              </a:solidFill>
              <a:latin typeface="+mn-lt"/>
              <a:ea typeface="+mn-ea"/>
              <a:cs typeface="+mn-cs"/>
            </a:rPr>
            <a:t>Closed</a:t>
          </a:r>
          <a:r>
            <a:rPr lang="en-US" sz="1600" kern="1200" dirty="0">
              <a:solidFill>
                <a:sysClr val="windowText" lastClr="000000">
                  <a:hueOff val="0"/>
                  <a:satOff val="0"/>
                  <a:lumOff val="0"/>
                  <a:alphaOff val="0"/>
                </a:sysClr>
              </a:solidFill>
              <a:latin typeface="+mn-lt"/>
              <a:ea typeface="+mn-ea"/>
              <a:cs typeface="+mn-cs"/>
            </a:rPr>
            <a:t> state incident to predict the resolution time.</a:t>
          </a:r>
        </a:p>
        <a:p>
          <a:pPr marL="171450" lvl="1" indent="-171450" algn="l" defTabSz="71120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mn-lt"/>
              <a:ea typeface="+mn-ea"/>
              <a:cs typeface="+mn-cs"/>
            </a:rPr>
            <a:t>Handling the missing data and removing the duplicates.</a:t>
          </a:r>
        </a:p>
        <a:p>
          <a:pPr marL="171450" lvl="1" indent="-171450" algn="l" defTabSz="71120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mn-lt"/>
              <a:ea typeface="+mn-ea"/>
              <a:cs typeface="+mn-cs"/>
            </a:rPr>
            <a:t>Transformed the </a:t>
          </a:r>
          <a:r>
            <a:rPr lang="en-US" sz="1600" b="1" kern="1200" dirty="0">
              <a:solidFill>
                <a:sysClr val="windowText" lastClr="000000">
                  <a:hueOff val="0"/>
                  <a:satOff val="0"/>
                  <a:lumOff val="0"/>
                  <a:alphaOff val="0"/>
                </a:sysClr>
              </a:solidFill>
              <a:latin typeface="+mn-lt"/>
              <a:ea typeface="+mn-ea"/>
              <a:cs typeface="+mn-cs"/>
            </a:rPr>
            <a:t>Opened at</a:t>
          </a:r>
          <a:r>
            <a:rPr lang="en-US" sz="1600" kern="1200" dirty="0">
              <a:solidFill>
                <a:sysClr val="windowText" lastClr="000000">
                  <a:hueOff val="0"/>
                  <a:satOff val="0"/>
                  <a:lumOff val="0"/>
                  <a:alphaOff val="0"/>
                </a:sysClr>
              </a:solidFill>
              <a:latin typeface="+mn-lt"/>
              <a:ea typeface="+mn-ea"/>
              <a:cs typeface="+mn-cs"/>
            </a:rPr>
            <a:t> and </a:t>
          </a:r>
          <a:r>
            <a:rPr lang="en-US" sz="1600" b="1" kern="1200" dirty="0">
              <a:solidFill>
                <a:sysClr val="windowText" lastClr="000000">
                  <a:hueOff val="0"/>
                  <a:satOff val="0"/>
                  <a:lumOff val="0"/>
                  <a:alphaOff val="0"/>
                </a:sysClr>
              </a:solidFill>
              <a:latin typeface="+mn-lt"/>
              <a:ea typeface="+mn-ea"/>
              <a:cs typeface="+mn-cs"/>
            </a:rPr>
            <a:t>Resolved at </a:t>
          </a:r>
          <a:r>
            <a:rPr lang="en-US" sz="1600" kern="1200" dirty="0">
              <a:solidFill>
                <a:sysClr val="windowText" lastClr="000000">
                  <a:hueOff val="0"/>
                  <a:satOff val="0"/>
                  <a:lumOff val="0"/>
                  <a:alphaOff val="0"/>
                </a:sysClr>
              </a:solidFill>
              <a:latin typeface="+mn-lt"/>
              <a:ea typeface="+mn-ea"/>
              <a:cs typeface="+mn-cs"/>
            </a:rPr>
            <a:t>columns date format</a:t>
          </a:r>
        </a:p>
        <a:p>
          <a:pPr marL="171450" lvl="1" indent="-171450" algn="l" defTabSz="71120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mn-lt"/>
              <a:ea typeface="+mn-ea"/>
              <a:cs typeface="+mn-cs"/>
            </a:rPr>
            <a:t>Calculate and introduce the </a:t>
          </a:r>
          <a:r>
            <a:rPr lang="en-US" sz="1600" b="1" kern="1200" dirty="0">
              <a:solidFill>
                <a:sysClr val="windowText" lastClr="000000">
                  <a:hueOff val="0"/>
                  <a:satOff val="0"/>
                  <a:lumOff val="0"/>
                  <a:alphaOff val="0"/>
                </a:sysClr>
              </a:solidFill>
              <a:latin typeface="+mn-lt"/>
              <a:ea typeface="+mn-ea"/>
              <a:cs typeface="+mn-cs"/>
            </a:rPr>
            <a:t>Resolution time </a:t>
          </a:r>
          <a:r>
            <a:rPr lang="en-US" sz="1600" kern="1200" dirty="0">
              <a:solidFill>
                <a:sysClr val="windowText" lastClr="000000">
                  <a:hueOff val="0"/>
                  <a:satOff val="0"/>
                  <a:lumOff val="0"/>
                  <a:alphaOff val="0"/>
                </a:sysClr>
              </a:solidFill>
              <a:latin typeface="+mn-lt"/>
              <a:ea typeface="+mn-ea"/>
              <a:cs typeface="+mn-cs"/>
            </a:rPr>
            <a:t>column</a:t>
          </a:r>
          <a:r>
            <a:rPr lang="en-US" sz="1600" b="1" kern="1200" dirty="0">
              <a:solidFill>
                <a:sysClr val="windowText" lastClr="000000">
                  <a:hueOff val="0"/>
                  <a:satOff val="0"/>
                  <a:lumOff val="0"/>
                  <a:alphaOff val="0"/>
                </a:sysClr>
              </a:solidFill>
              <a:latin typeface="+mn-lt"/>
              <a:ea typeface="+mn-ea"/>
              <a:cs typeface="+mn-cs"/>
            </a:rPr>
            <a:t> </a:t>
          </a:r>
          <a:r>
            <a:rPr lang="en-US" sz="1600" kern="1200" dirty="0">
              <a:solidFill>
                <a:sysClr val="windowText" lastClr="000000">
                  <a:hueOff val="0"/>
                  <a:satOff val="0"/>
                  <a:lumOff val="0"/>
                  <a:alphaOff val="0"/>
                </a:sysClr>
              </a:solidFill>
              <a:latin typeface="+mn-lt"/>
              <a:ea typeface="+mn-ea"/>
              <a:cs typeface="+mn-cs"/>
            </a:rPr>
            <a:t>using </a:t>
          </a:r>
          <a:r>
            <a:rPr lang="en-US" sz="1600" b="1" kern="1200" dirty="0">
              <a:solidFill>
                <a:sysClr val="windowText" lastClr="000000">
                  <a:hueOff val="0"/>
                  <a:satOff val="0"/>
                  <a:lumOff val="0"/>
                  <a:alphaOff val="0"/>
                </a:sysClr>
              </a:solidFill>
              <a:latin typeface="+mn-lt"/>
              <a:ea typeface="+mn-ea"/>
              <a:cs typeface="+mn-cs"/>
            </a:rPr>
            <a:t>Opened at</a:t>
          </a:r>
          <a:r>
            <a:rPr lang="en-US" sz="1600" kern="1200" dirty="0">
              <a:solidFill>
                <a:sysClr val="windowText" lastClr="000000">
                  <a:hueOff val="0"/>
                  <a:satOff val="0"/>
                  <a:lumOff val="0"/>
                  <a:alphaOff val="0"/>
                </a:sysClr>
              </a:solidFill>
              <a:latin typeface="+mn-lt"/>
              <a:ea typeface="+mn-ea"/>
              <a:cs typeface="+mn-cs"/>
            </a:rPr>
            <a:t> and </a:t>
          </a:r>
          <a:r>
            <a:rPr lang="en-US" sz="1600" b="1" kern="1200" dirty="0">
              <a:solidFill>
                <a:sysClr val="windowText" lastClr="000000">
                  <a:hueOff val="0"/>
                  <a:satOff val="0"/>
                  <a:lumOff val="0"/>
                  <a:alphaOff val="0"/>
                </a:sysClr>
              </a:solidFill>
              <a:latin typeface="+mn-lt"/>
              <a:ea typeface="+mn-ea"/>
              <a:cs typeface="+mn-cs"/>
            </a:rPr>
            <a:t>Resolved at </a:t>
          </a:r>
          <a:r>
            <a:rPr lang="en-US" sz="1600" kern="1200" dirty="0">
              <a:solidFill>
                <a:sysClr val="windowText" lastClr="000000">
                  <a:hueOff val="0"/>
                  <a:satOff val="0"/>
                  <a:lumOff val="0"/>
                  <a:alphaOff val="0"/>
                </a:sysClr>
              </a:solidFill>
              <a:latin typeface="+mn-lt"/>
              <a:ea typeface="+mn-ea"/>
              <a:cs typeface="+mn-cs"/>
            </a:rPr>
            <a:t>columns.</a:t>
          </a:r>
        </a:p>
        <a:p>
          <a:pPr marL="171450" lvl="1" indent="-171450" algn="l" defTabSz="711200">
            <a:lnSpc>
              <a:spcPct val="90000"/>
            </a:lnSpc>
            <a:spcBef>
              <a:spcPct val="0"/>
            </a:spcBef>
            <a:spcAft>
              <a:spcPct val="15000"/>
            </a:spcAft>
            <a:buChar char="•"/>
          </a:pPr>
          <a:r>
            <a:rPr lang="en-US" sz="1600" kern="1200" dirty="0">
              <a:solidFill>
                <a:sysClr val="windowText" lastClr="000000">
                  <a:hueOff val="0"/>
                  <a:satOff val="0"/>
                  <a:lumOff val="0"/>
                  <a:alphaOff val="0"/>
                </a:sysClr>
              </a:solidFill>
              <a:latin typeface="+mn-lt"/>
              <a:ea typeface="+mn-ea"/>
              <a:cs typeface="+mn-cs"/>
            </a:rPr>
            <a:t>Load the formatted data into another snowflake table.</a:t>
          </a:r>
        </a:p>
      </dsp:txBody>
      <dsp:txXfrm>
        <a:off x="0" y="1255913"/>
        <a:ext cx="10609737" cy="1950767"/>
      </dsp:txXfrm>
    </dsp:sp>
    <dsp:sp modelId="{78EC5B2D-707F-483D-8059-1D059F2AB2C9}">
      <dsp:nvSpPr>
        <dsp:cNvPr id="0" name=""/>
        <dsp:cNvSpPr/>
      </dsp:nvSpPr>
      <dsp:spPr>
        <a:xfrm>
          <a:off x="550746" y="960713"/>
          <a:ext cx="7426815" cy="59040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0716" tIns="0" rIns="280716" bIns="0" numCol="1" spcCol="1270" anchor="ctr" anchorCtr="0">
          <a:noAutofit/>
        </a:bodyPr>
        <a:lstStyle/>
        <a:p>
          <a:pPr marL="0" lvl="0" indent="0" algn="l" defTabSz="711200">
            <a:lnSpc>
              <a:spcPct val="90000"/>
            </a:lnSpc>
            <a:spcBef>
              <a:spcPct val="0"/>
            </a:spcBef>
            <a:spcAft>
              <a:spcPct val="35000"/>
            </a:spcAft>
            <a:buNone/>
          </a:pPr>
          <a:r>
            <a:rPr lang="en-US" sz="1600" kern="1200" dirty="0">
              <a:solidFill>
                <a:sysClr val="window" lastClr="FFFFFF"/>
              </a:solidFill>
              <a:latin typeface="+mn-lt"/>
              <a:ea typeface="+mn-ea"/>
              <a:cs typeface="+mn-cs"/>
            </a:rPr>
            <a:t>Data Cleaning and Transforming using Python</a:t>
          </a:r>
        </a:p>
      </dsp:txBody>
      <dsp:txXfrm>
        <a:off x="579567" y="989534"/>
        <a:ext cx="7369173"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CC8D4B-5D5B-4360-80F4-1C99328739A6}">
      <dsp:nvSpPr>
        <dsp:cNvPr id="0" name=""/>
        <dsp:cNvSpPr/>
      </dsp:nvSpPr>
      <dsp:spPr>
        <a:xfrm>
          <a:off x="0" y="209533"/>
          <a:ext cx="9458268" cy="3276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sp>
    <dsp:sp modelId="{F2DE48DC-D812-4C38-8ED4-5F32E0D0D439}">
      <dsp:nvSpPr>
        <dsp:cNvPr id="0" name=""/>
        <dsp:cNvSpPr/>
      </dsp:nvSpPr>
      <dsp:spPr>
        <a:xfrm>
          <a:off x="472913" y="17653"/>
          <a:ext cx="6620788"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0250" tIns="0" rIns="250250" bIns="0" numCol="1" spcCol="1270" anchor="ctr" anchorCtr="0">
          <a:noAutofit/>
        </a:bodyPr>
        <a:lstStyle/>
        <a:p>
          <a:pPr marL="0" lvl="0" indent="0" algn="l" defTabSz="577850">
            <a:lnSpc>
              <a:spcPct val="90000"/>
            </a:lnSpc>
            <a:spcBef>
              <a:spcPct val="0"/>
            </a:spcBef>
            <a:spcAft>
              <a:spcPct val="35000"/>
            </a:spcAft>
            <a:buNone/>
          </a:pPr>
          <a:r>
            <a:rPr lang="en-US" sz="1300" b="1" kern="1200" dirty="0">
              <a:solidFill>
                <a:sysClr val="window" lastClr="FFFFFF"/>
              </a:solidFill>
              <a:latin typeface="Gill Sans MT" panose="020B0502020104020203"/>
              <a:ea typeface="+mn-ea"/>
              <a:cs typeface="+mn-cs"/>
            </a:rPr>
            <a:t>STEP 3: DATA</a:t>
          </a:r>
          <a:r>
            <a:rPr lang="en-US" sz="1300" kern="1200" dirty="0">
              <a:solidFill>
                <a:sysClr val="window" lastClr="FFFFFF"/>
              </a:solidFill>
              <a:latin typeface="Gill Sans MT" panose="020B0502020104020203"/>
              <a:ea typeface="+mn-ea"/>
              <a:cs typeface="+mn-cs"/>
            </a:rPr>
            <a:t> </a:t>
          </a:r>
          <a:r>
            <a:rPr lang="en-US" sz="1300" b="1" kern="1200" dirty="0">
              <a:solidFill>
                <a:sysClr val="window" lastClr="FFFFFF"/>
              </a:solidFill>
              <a:latin typeface="Gill Sans MT" panose="020B0502020104020203"/>
              <a:ea typeface="+mn-ea"/>
              <a:cs typeface="+mn-cs"/>
            </a:rPr>
            <a:t>EXPLORATION</a:t>
          </a:r>
          <a:endParaRPr lang="en-US" sz="1300" kern="1200" dirty="0">
            <a:solidFill>
              <a:sysClr val="window" lastClr="FFFFFF"/>
            </a:solidFill>
            <a:latin typeface="Gill Sans MT" panose="020B0502020104020203"/>
            <a:ea typeface="+mn-ea"/>
            <a:cs typeface="+mn-cs"/>
          </a:endParaRPr>
        </a:p>
      </dsp:txBody>
      <dsp:txXfrm>
        <a:off x="491647" y="36387"/>
        <a:ext cx="6583320" cy="346292"/>
      </dsp:txXfrm>
    </dsp:sp>
    <dsp:sp modelId="{12B13F37-F79C-4462-A14F-29C90F6BD9E6}">
      <dsp:nvSpPr>
        <dsp:cNvPr id="0" name=""/>
        <dsp:cNvSpPr/>
      </dsp:nvSpPr>
      <dsp:spPr>
        <a:xfrm>
          <a:off x="0" y="799213"/>
          <a:ext cx="9458268" cy="1149165"/>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34067" tIns="270764" rIns="73406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Gill Sans MT" panose="020B0502020104020203"/>
              <a:ea typeface="+mn-ea"/>
              <a:cs typeface="+mn-cs"/>
            </a:rPr>
            <a:t>Formatted csv file has been given as an input to </a:t>
          </a:r>
          <a:r>
            <a:rPr lang="en-US" sz="1300" kern="1200" dirty="0" err="1">
              <a:solidFill>
                <a:sysClr val="windowText" lastClr="000000">
                  <a:hueOff val="0"/>
                  <a:satOff val="0"/>
                  <a:lumOff val="0"/>
                  <a:alphaOff val="0"/>
                </a:sysClr>
              </a:solidFill>
              <a:latin typeface="Gill Sans MT" panose="020B0502020104020203"/>
              <a:ea typeface="+mn-ea"/>
              <a:cs typeface="+mn-cs"/>
            </a:rPr>
            <a:t>PowerBI</a:t>
          </a:r>
          <a:r>
            <a:rPr lang="en-US" sz="1300" kern="1200" dirty="0">
              <a:solidFill>
                <a:sysClr val="windowText" lastClr="000000">
                  <a:hueOff val="0"/>
                  <a:satOff val="0"/>
                  <a:lumOff val="0"/>
                  <a:alphaOff val="0"/>
                </a:sysClr>
              </a:solidFill>
              <a:latin typeface="Gill Sans MT" panose="020B0502020104020203"/>
              <a:ea typeface="+mn-ea"/>
              <a:cs typeface="+mn-cs"/>
            </a:rPr>
            <a:t>.</a:t>
          </a:r>
        </a:p>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Gill Sans MT" panose="020B0502020104020203"/>
              <a:ea typeface="+mn-ea"/>
              <a:cs typeface="+mn-cs"/>
            </a:rPr>
            <a:t>Generating the visualization report.</a:t>
          </a:r>
        </a:p>
        <a:p>
          <a:pPr marL="114300" lvl="1" indent="-114300" algn="l" defTabSz="577850">
            <a:lnSpc>
              <a:spcPct val="90000"/>
            </a:lnSpc>
            <a:spcBef>
              <a:spcPct val="0"/>
            </a:spcBef>
            <a:spcAft>
              <a:spcPct val="15000"/>
            </a:spcAft>
            <a:buChar char="•"/>
          </a:pPr>
          <a:r>
            <a:rPr lang="en-US" sz="1300" kern="1200" dirty="0">
              <a:solidFill>
                <a:sysClr val="windowText" lastClr="000000">
                  <a:hueOff val="0"/>
                  <a:satOff val="0"/>
                  <a:lumOff val="0"/>
                  <a:alphaOff val="0"/>
                </a:sysClr>
              </a:solidFill>
              <a:latin typeface="Gill Sans MT" panose="020B0502020104020203"/>
              <a:ea typeface="+mn-ea"/>
              <a:cs typeface="+mn-cs"/>
            </a:rPr>
            <a:t>Identifying the key elements to figure out the most relevant columns that are required to predict the resolution time from the report.</a:t>
          </a:r>
        </a:p>
      </dsp:txBody>
      <dsp:txXfrm>
        <a:off x="0" y="799213"/>
        <a:ext cx="9458268" cy="1149165"/>
      </dsp:txXfrm>
    </dsp:sp>
    <dsp:sp modelId="{78EC5B2D-707F-483D-8059-1D059F2AB2C9}">
      <dsp:nvSpPr>
        <dsp:cNvPr id="0" name=""/>
        <dsp:cNvSpPr/>
      </dsp:nvSpPr>
      <dsp:spPr>
        <a:xfrm>
          <a:off x="490974" y="607333"/>
          <a:ext cx="6620788"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0250" tIns="0" rIns="250250" bIns="0" numCol="1" spcCol="1270" anchor="ctr" anchorCtr="0">
          <a:noAutofit/>
        </a:bodyPr>
        <a:lstStyle/>
        <a:p>
          <a:pPr marL="0" lvl="0" indent="0" algn="l" defTabSz="577850">
            <a:lnSpc>
              <a:spcPct val="90000"/>
            </a:lnSpc>
            <a:spcBef>
              <a:spcPct val="0"/>
            </a:spcBef>
            <a:spcAft>
              <a:spcPct val="35000"/>
            </a:spcAft>
            <a:buNone/>
          </a:pPr>
          <a:r>
            <a:rPr lang="en-US" sz="1300" kern="1200" dirty="0">
              <a:solidFill>
                <a:sysClr val="window" lastClr="FFFFFF"/>
              </a:solidFill>
              <a:latin typeface="Gill Sans MT" panose="020B0502020104020203"/>
              <a:ea typeface="+mn-ea"/>
              <a:cs typeface="+mn-cs"/>
            </a:rPr>
            <a:t>Data </a:t>
          </a:r>
          <a:r>
            <a:rPr lang="en-US" sz="1300" kern="1200" dirty="0"/>
            <a:t>visualization</a:t>
          </a:r>
          <a:endParaRPr lang="en-US" sz="1300" kern="1200" dirty="0">
            <a:solidFill>
              <a:sysClr val="window" lastClr="FFFFFF"/>
            </a:solidFill>
            <a:latin typeface="Gill Sans MT" panose="020B0502020104020203"/>
            <a:ea typeface="+mn-ea"/>
            <a:cs typeface="+mn-cs"/>
          </a:endParaRPr>
        </a:p>
      </dsp:txBody>
      <dsp:txXfrm>
        <a:off x="509708" y="626067"/>
        <a:ext cx="6583320" cy="3462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0EEAB3-A18B-44F8-806B-D51D3F236BD4}">
      <dsp:nvSpPr>
        <dsp:cNvPr id="0" name=""/>
        <dsp:cNvSpPr/>
      </dsp:nvSpPr>
      <dsp:spPr>
        <a:xfrm>
          <a:off x="0" y="1477"/>
          <a:ext cx="8826955" cy="314644"/>
        </a:xfrm>
        <a:prstGeom prst="roundRect">
          <a:avLst>
            <a:gd name="adj" fmla="val 10000"/>
          </a:avLst>
        </a:prstGeom>
        <a:solidFill>
          <a:srgbClr val="B71E42">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530E6AD9-8A13-4BB7-961F-A1A34B552A75}">
      <dsp:nvSpPr>
        <dsp:cNvPr id="0" name=""/>
        <dsp:cNvSpPr/>
      </dsp:nvSpPr>
      <dsp:spPr>
        <a:xfrm>
          <a:off x="1278587" y="77517"/>
          <a:ext cx="173054" cy="173054"/>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68533C-12D6-4A72-8485-86E3549CF779}">
      <dsp:nvSpPr>
        <dsp:cNvPr id="0" name=""/>
        <dsp:cNvSpPr/>
      </dsp:nvSpPr>
      <dsp:spPr>
        <a:xfrm>
          <a:off x="363414" y="1477"/>
          <a:ext cx="8463540" cy="31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00" tIns="33300" rIns="33300" bIns="33300" numCol="1" spcCol="1270" anchor="ctr" anchorCtr="0">
          <a:noAutofit/>
        </a:bodyPr>
        <a:lstStyle/>
        <a:p>
          <a:pPr marL="0" lvl="0" indent="0" algn="ctr" defTabSz="711200">
            <a:lnSpc>
              <a:spcPct val="100000"/>
            </a:lnSpc>
            <a:spcBef>
              <a:spcPct val="0"/>
            </a:spcBef>
            <a:spcAft>
              <a:spcPct val="35000"/>
            </a:spcAft>
            <a:buNone/>
          </a:pPr>
          <a:r>
            <a:rPr lang="en-US" sz="1600" b="1" kern="1200" dirty="0">
              <a:solidFill>
                <a:sysClr val="windowText" lastClr="000000">
                  <a:hueOff val="0"/>
                  <a:satOff val="0"/>
                  <a:lumOff val="0"/>
                  <a:alphaOff val="0"/>
                </a:sysClr>
              </a:solidFill>
              <a:latin typeface="Gill Sans MT" panose="020B0502020104020203"/>
              <a:ea typeface="+mn-ea"/>
              <a:cs typeface="+mn-cs"/>
            </a:rPr>
            <a:t>NORMALIZATION AND STANDARDIZATION TECHNIQUES</a:t>
          </a:r>
        </a:p>
      </dsp:txBody>
      <dsp:txXfrm>
        <a:off x="363414" y="1477"/>
        <a:ext cx="8463540" cy="314644"/>
      </dsp:txXfrm>
    </dsp:sp>
    <dsp:sp modelId="{13090E9C-1896-4DF7-AFFD-297C32DD6DA7}">
      <dsp:nvSpPr>
        <dsp:cNvPr id="0" name=""/>
        <dsp:cNvSpPr/>
      </dsp:nvSpPr>
      <dsp:spPr>
        <a:xfrm>
          <a:off x="0" y="394782"/>
          <a:ext cx="8826955" cy="314644"/>
        </a:xfrm>
        <a:prstGeom prst="roundRect">
          <a:avLst>
            <a:gd name="adj" fmla="val 10000"/>
          </a:avLst>
        </a:prstGeom>
        <a:solidFill>
          <a:srgbClr val="B71E42">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1637BF65-1A97-46E8-AA9C-94CDDDF40320}">
      <dsp:nvSpPr>
        <dsp:cNvPr id="0" name=""/>
        <dsp:cNvSpPr/>
      </dsp:nvSpPr>
      <dsp:spPr>
        <a:xfrm>
          <a:off x="95179" y="465577"/>
          <a:ext cx="173054" cy="173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EDDC0-7CCC-4055-A9E4-05B240F5C1AD}">
      <dsp:nvSpPr>
        <dsp:cNvPr id="0" name=""/>
        <dsp:cNvSpPr/>
      </dsp:nvSpPr>
      <dsp:spPr>
        <a:xfrm>
          <a:off x="363414" y="394782"/>
          <a:ext cx="8463540" cy="31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00" tIns="33300" rIns="33300" bIns="33300" numCol="1" spcCol="1270" anchor="ctr" anchorCtr="0">
          <a:noAutofit/>
        </a:bodyPr>
        <a:lstStyle/>
        <a:p>
          <a:pPr marL="0" lvl="0" indent="0" algn="l" defTabSz="711200">
            <a:lnSpc>
              <a:spcPct val="100000"/>
            </a:lnSpc>
            <a:spcBef>
              <a:spcPct val="0"/>
            </a:spcBef>
            <a:spcAft>
              <a:spcPct val="35000"/>
            </a:spcAft>
            <a:buNone/>
          </a:pPr>
          <a:r>
            <a:rPr lang="en-US" sz="1600" kern="1200" dirty="0">
              <a:solidFill>
                <a:sysClr val="windowText" lastClr="000000">
                  <a:hueOff val="0"/>
                  <a:satOff val="0"/>
                  <a:lumOff val="0"/>
                  <a:alphaOff val="0"/>
                </a:sysClr>
              </a:solidFill>
              <a:latin typeface="Gill Sans MT" panose="020B0502020104020203"/>
              <a:ea typeface="+mn-ea"/>
              <a:cs typeface="+mn-cs"/>
            </a:rPr>
            <a:t>We have worked on both Z-score and </a:t>
          </a:r>
          <a:r>
            <a:rPr lang="en-US" sz="1600" kern="1200" dirty="0" err="1">
              <a:solidFill>
                <a:sysClr val="windowText" lastClr="000000">
                  <a:hueOff val="0"/>
                  <a:satOff val="0"/>
                  <a:lumOff val="0"/>
                  <a:alphaOff val="0"/>
                </a:sysClr>
              </a:solidFill>
              <a:latin typeface="Gill Sans MT" panose="020B0502020104020203"/>
              <a:ea typeface="+mn-ea"/>
              <a:cs typeface="+mn-cs"/>
            </a:rPr>
            <a:t>IQR</a:t>
          </a:r>
          <a:r>
            <a:rPr lang="en-US" sz="1600" kern="1200" dirty="0">
              <a:solidFill>
                <a:sysClr val="windowText" lastClr="000000">
                  <a:hueOff val="0"/>
                  <a:satOff val="0"/>
                  <a:lumOff val="0"/>
                  <a:alphaOff val="0"/>
                </a:sysClr>
              </a:solidFill>
              <a:latin typeface="Gill Sans MT" panose="020B0502020104020203"/>
              <a:ea typeface="+mn-ea"/>
              <a:cs typeface="+mn-cs"/>
            </a:rPr>
            <a:t> techniques. </a:t>
          </a:r>
        </a:p>
      </dsp:txBody>
      <dsp:txXfrm>
        <a:off x="363414" y="394782"/>
        <a:ext cx="8463540" cy="314644"/>
      </dsp:txXfrm>
    </dsp:sp>
    <dsp:sp modelId="{E12B67B1-CAFF-4FE4-9C35-C8D166953562}">
      <dsp:nvSpPr>
        <dsp:cNvPr id="0" name=""/>
        <dsp:cNvSpPr/>
      </dsp:nvSpPr>
      <dsp:spPr>
        <a:xfrm>
          <a:off x="0" y="788088"/>
          <a:ext cx="8826955" cy="314644"/>
        </a:xfrm>
        <a:prstGeom prst="roundRect">
          <a:avLst>
            <a:gd name="adj" fmla="val 10000"/>
          </a:avLst>
        </a:prstGeom>
        <a:solidFill>
          <a:srgbClr val="B71E42">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704DBC21-F45C-4389-BE69-1B8389BE80A2}">
      <dsp:nvSpPr>
        <dsp:cNvPr id="0" name=""/>
        <dsp:cNvSpPr/>
      </dsp:nvSpPr>
      <dsp:spPr>
        <a:xfrm>
          <a:off x="95179" y="858883"/>
          <a:ext cx="173054" cy="1730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C1A5F1-05B8-4AFB-A5AC-7FC67FAA6DE7}">
      <dsp:nvSpPr>
        <dsp:cNvPr id="0" name=""/>
        <dsp:cNvSpPr/>
      </dsp:nvSpPr>
      <dsp:spPr>
        <a:xfrm>
          <a:off x="363414" y="788088"/>
          <a:ext cx="8463540" cy="31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00" tIns="33300" rIns="33300" bIns="33300" numCol="1" spcCol="1270" anchor="ctr" anchorCtr="0">
          <a:noAutofit/>
        </a:bodyPr>
        <a:lstStyle/>
        <a:p>
          <a:pPr marL="0" lvl="0" indent="0" algn="l" defTabSz="711200">
            <a:lnSpc>
              <a:spcPct val="100000"/>
            </a:lnSpc>
            <a:spcBef>
              <a:spcPct val="0"/>
            </a:spcBef>
            <a:spcAft>
              <a:spcPct val="35000"/>
            </a:spcAft>
            <a:buNone/>
          </a:pPr>
          <a:r>
            <a:rPr lang="en-US" sz="1600" kern="1200" dirty="0">
              <a:solidFill>
                <a:sysClr val="windowText" lastClr="000000">
                  <a:hueOff val="0"/>
                  <a:satOff val="0"/>
                  <a:lumOff val="0"/>
                  <a:alphaOff val="0"/>
                </a:sysClr>
              </a:solidFill>
              <a:latin typeface="Gill Sans MT" panose="020B0502020104020203"/>
              <a:ea typeface="+mn-ea"/>
              <a:cs typeface="+mn-cs"/>
            </a:rPr>
            <a:t>In </a:t>
          </a:r>
          <a:r>
            <a:rPr lang="en-US" sz="1600" kern="1200" dirty="0" err="1">
              <a:solidFill>
                <a:sysClr val="windowText" lastClr="000000">
                  <a:hueOff val="0"/>
                  <a:satOff val="0"/>
                  <a:lumOff val="0"/>
                  <a:alphaOff val="0"/>
                </a:sysClr>
              </a:solidFill>
              <a:latin typeface="Gill Sans MT" panose="020B0502020104020203"/>
              <a:ea typeface="+mn-ea"/>
              <a:cs typeface="+mn-cs"/>
            </a:rPr>
            <a:t>IQR</a:t>
          </a:r>
          <a:r>
            <a:rPr lang="en-US" sz="1600" kern="1200" dirty="0">
              <a:solidFill>
                <a:sysClr val="windowText" lastClr="000000">
                  <a:hueOff val="0"/>
                  <a:satOff val="0"/>
                  <a:lumOff val="0"/>
                  <a:alphaOff val="0"/>
                </a:sysClr>
              </a:solidFill>
              <a:latin typeface="Gill Sans MT" panose="020B0502020104020203"/>
              <a:ea typeface="+mn-ea"/>
              <a:cs typeface="+mn-cs"/>
            </a:rPr>
            <a:t> method, we have chosen the data between the range of 25% to 75%</a:t>
          </a:r>
        </a:p>
      </dsp:txBody>
      <dsp:txXfrm>
        <a:off x="363414" y="788088"/>
        <a:ext cx="8463540" cy="314644"/>
      </dsp:txXfrm>
    </dsp:sp>
    <dsp:sp modelId="{504CC779-E30E-4F6B-8A8C-662BFA46391F}">
      <dsp:nvSpPr>
        <dsp:cNvPr id="0" name=""/>
        <dsp:cNvSpPr/>
      </dsp:nvSpPr>
      <dsp:spPr>
        <a:xfrm>
          <a:off x="0" y="1181394"/>
          <a:ext cx="8826955" cy="314644"/>
        </a:xfrm>
        <a:prstGeom prst="roundRect">
          <a:avLst>
            <a:gd name="adj" fmla="val 10000"/>
          </a:avLst>
        </a:prstGeom>
        <a:solidFill>
          <a:srgbClr val="B71E42">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D782DD7B-2E13-4C1D-BA3B-32F76F05D284}">
      <dsp:nvSpPr>
        <dsp:cNvPr id="0" name=""/>
        <dsp:cNvSpPr/>
      </dsp:nvSpPr>
      <dsp:spPr>
        <a:xfrm>
          <a:off x="95179" y="1252189"/>
          <a:ext cx="173054" cy="17305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55A551-15B3-4FCA-8BA7-860DDC1B3CB9}">
      <dsp:nvSpPr>
        <dsp:cNvPr id="0" name=""/>
        <dsp:cNvSpPr/>
      </dsp:nvSpPr>
      <dsp:spPr>
        <a:xfrm>
          <a:off x="363414" y="1181394"/>
          <a:ext cx="8463540" cy="31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00" tIns="33300" rIns="33300" bIns="33300" numCol="1" spcCol="1270" anchor="ctr" anchorCtr="0">
          <a:noAutofit/>
        </a:bodyPr>
        <a:lstStyle/>
        <a:p>
          <a:pPr marL="0" lvl="0" indent="0" algn="l" defTabSz="711200">
            <a:lnSpc>
              <a:spcPct val="100000"/>
            </a:lnSpc>
            <a:spcBef>
              <a:spcPct val="0"/>
            </a:spcBef>
            <a:spcAft>
              <a:spcPct val="35000"/>
            </a:spcAft>
            <a:buNone/>
          </a:pPr>
          <a:r>
            <a:rPr lang="en-US" sz="1600" kern="1200">
              <a:solidFill>
                <a:sysClr val="windowText" lastClr="000000">
                  <a:hueOff val="0"/>
                  <a:satOff val="0"/>
                  <a:lumOff val="0"/>
                  <a:alphaOff val="0"/>
                </a:sysClr>
              </a:solidFill>
              <a:latin typeface="Gill Sans MT" panose="020B0502020104020203"/>
              <a:ea typeface="+mn-ea"/>
              <a:cs typeface="+mn-cs"/>
            </a:rPr>
            <a:t>In Z-score, we have chosen the threshold as 3 to identify the outliers.</a:t>
          </a:r>
        </a:p>
      </dsp:txBody>
      <dsp:txXfrm>
        <a:off x="363414" y="1181394"/>
        <a:ext cx="8463540" cy="314644"/>
      </dsp:txXfrm>
    </dsp:sp>
    <dsp:sp modelId="{08C1D0B3-16E2-4C04-AD6E-90BFFDA7D1C1}">
      <dsp:nvSpPr>
        <dsp:cNvPr id="0" name=""/>
        <dsp:cNvSpPr/>
      </dsp:nvSpPr>
      <dsp:spPr>
        <a:xfrm>
          <a:off x="0" y="1574700"/>
          <a:ext cx="8826955" cy="314644"/>
        </a:xfrm>
        <a:prstGeom prst="roundRect">
          <a:avLst>
            <a:gd name="adj" fmla="val 10000"/>
          </a:avLst>
        </a:prstGeom>
        <a:solidFill>
          <a:srgbClr val="B71E42">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5E18239A-7A6F-444F-8FA7-311C9A29A522}">
      <dsp:nvSpPr>
        <dsp:cNvPr id="0" name=""/>
        <dsp:cNvSpPr/>
      </dsp:nvSpPr>
      <dsp:spPr>
        <a:xfrm>
          <a:off x="95179" y="1645495"/>
          <a:ext cx="173054" cy="17305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AE4A4A-5413-4B8C-A207-AE325CA9B06B}">
      <dsp:nvSpPr>
        <dsp:cNvPr id="0" name=""/>
        <dsp:cNvSpPr/>
      </dsp:nvSpPr>
      <dsp:spPr>
        <a:xfrm>
          <a:off x="363414" y="1574700"/>
          <a:ext cx="8463540" cy="314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00" tIns="33300" rIns="33300" bIns="33300" numCol="1" spcCol="1270" anchor="ctr" anchorCtr="0">
          <a:noAutofit/>
        </a:bodyPr>
        <a:lstStyle/>
        <a:p>
          <a:pPr marL="0" lvl="0" indent="0" algn="l" defTabSz="711200">
            <a:lnSpc>
              <a:spcPct val="100000"/>
            </a:lnSpc>
            <a:spcBef>
              <a:spcPct val="0"/>
            </a:spcBef>
            <a:spcAft>
              <a:spcPct val="35000"/>
            </a:spcAft>
            <a:buNone/>
          </a:pPr>
          <a:r>
            <a:rPr lang="en-US" sz="1600" kern="1200" dirty="0">
              <a:solidFill>
                <a:sysClr val="windowText" lastClr="000000">
                  <a:hueOff val="0"/>
                  <a:satOff val="0"/>
                  <a:lumOff val="0"/>
                  <a:alphaOff val="0"/>
                </a:sysClr>
              </a:solidFill>
              <a:latin typeface="Gill Sans MT" panose="020B0502020104020203"/>
              <a:ea typeface="+mn-ea"/>
              <a:cs typeface="+mn-cs"/>
            </a:rPr>
            <a:t>Based on the accuracy we have chosen Z-score over </a:t>
          </a:r>
          <a:r>
            <a:rPr lang="en-US" sz="1600" kern="1200" dirty="0" err="1">
              <a:solidFill>
                <a:sysClr val="windowText" lastClr="000000">
                  <a:hueOff val="0"/>
                  <a:satOff val="0"/>
                  <a:lumOff val="0"/>
                  <a:alphaOff val="0"/>
                </a:sysClr>
              </a:solidFill>
              <a:latin typeface="Gill Sans MT" panose="020B0502020104020203"/>
              <a:ea typeface="+mn-ea"/>
              <a:cs typeface="+mn-cs"/>
            </a:rPr>
            <a:t>IQR</a:t>
          </a:r>
          <a:r>
            <a:rPr lang="en-US" sz="1600" kern="1200" dirty="0">
              <a:solidFill>
                <a:sysClr val="windowText" lastClr="000000">
                  <a:hueOff val="0"/>
                  <a:satOff val="0"/>
                  <a:lumOff val="0"/>
                  <a:alphaOff val="0"/>
                </a:sysClr>
              </a:solidFill>
              <a:latin typeface="Gill Sans MT" panose="020B0502020104020203"/>
              <a:ea typeface="+mn-ea"/>
              <a:cs typeface="+mn-cs"/>
            </a:rPr>
            <a:t> method to identify the outliers.</a:t>
          </a:r>
        </a:p>
      </dsp:txBody>
      <dsp:txXfrm>
        <a:off x="363414" y="1574700"/>
        <a:ext cx="8463540" cy="3146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CC8D4B-5D5B-4360-80F4-1C99328739A6}">
      <dsp:nvSpPr>
        <dsp:cNvPr id="0" name=""/>
        <dsp:cNvSpPr/>
      </dsp:nvSpPr>
      <dsp:spPr>
        <a:xfrm>
          <a:off x="0" y="353214"/>
          <a:ext cx="10814290" cy="4032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sp>
    <dsp:sp modelId="{F2DE48DC-D812-4C38-8ED4-5F32E0D0D439}">
      <dsp:nvSpPr>
        <dsp:cNvPr id="0" name=""/>
        <dsp:cNvSpPr/>
      </dsp:nvSpPr>
      <dsp:spPr>
        <a:xfrm>
          <a:off x="540714" y="117054"/>
          <a:ext cx="7570003" cy="4723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6128" tIns="0" rIns="286128" bIns="0" numCol="1" spcCol="1270" anchor="ctr" anchorCtr="0">
          <a:noAutofit/>
        </a:bodyPr>
        <a:lstStyle/>
        <a:p>
          <a:pPr marL="0" lvl="0" indent="0" algn="l" defTabSz="577850">
            <a:lnSpc>
              <a:spcPct val="90000"/>
            </a:lnSpc>
            <a:spcBef>
              <a:spcPct val="0"/>
            </a:spcBef>
            <a:spcAft>
              <a:spcPct val="35000"/>
            </a:spcAft>
            <a:buNone/>
          </a:pPr>
          <a:r>
            <a:rPr lang="en-US" sz="1300" b="1" kern="1200" dirty="0">
              <a:solidFill>
                <a:sysClr val="window" lastClr="FFFFFF"/>
              </a:solidFill>
              <a:latin typeface="Gill Sans MT" panose="020B0502020104020203"/>
              <a:ea typeface="+mn-ea"/>
              <a:cs typeface="+mn-cs"/>
            </a:rPr>
            <a:t>STEP 4: FEATURE ENGINEERING</a:t>
          </a:r>
          <a:endParaRPr lang="en-US" sz="1300" kern="1200" dirty="0">
            <a:solidFill>
              <a:sysClr val="window" lastClr="FFFFFF"/>
            </a:solidFill>
            <a:latin typeface="Gill Sans MT" panose="020B0502020104020203"/>
            <a:ea typeface="+mn-ea"/>
            <a:cs typeface="+mn-cs"/>
          </a:endParaRPr>
        </a:p>
      </dsp:txBody>
      <dsp:txXfrm>
        <a:off x="563771" y="140111"/>
        <a:ext cx="7523889" cy="426206"/>
      </dsp:txXfrm>
    </dsp:sp>
    <dsp:sp modelId="{12B13F37-F79C-4462-A14F-29C90F6BD9E6}">
      <dsp:nvSpPr>
        <dsp:cNvPr id="0" name=""/>
        <dsp:cNvSpPr/>
      </dsp:nvSpPr>
      <dsp:spPr>
        <a:xfrm>
          <a:off x="0" y="1078974"/>
          <a:ext cx="10814290" cy="134972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9309" tIns="270764" rIns="839309" bIns="92456" numCol="1" spcCol="1270" anchor="t" anchorCtr="0">
          <a:noAutofit/>
        </a:bodyPr>
        <a:lstStyle/>
        <a:p>
          <a:pPr marL="114300" lvl="1" indent="-114300" algn="l" defTabSz="577850">
            <a:lnSpc>
              <a:spcPct val="90000"/>
            </a:lnSpc>
            <a:spcBef>
              <a:spcPct val="0"/>
            </a:spcBef>
            <a:spcAft>
              <a:spcPct val="15000"/>
            </a:spcAft>
            <a:buFont typeface="Arial" panose="020B0604020202020204" pitchFamily="34" charset="0"/>
            <a:buChar char="•"/>
          </a:pPr>
          <a:r>
            <a:rPr lang="en-US" sz="1300" b="1" i="0" kern="1200" dirty="0"/>
            <a:t>Feature Selection: </a:t>
          </a:r>
          <a:r>
            <a:rPr lang="en-US" sz="1300" b="0" i="0" kern="1200" dirty="0"/>
            <a:t>Choose the most relevant features by examining their correlation with the target variable and their importance in the context of the business problem. </a:t>
          </a:r>
          <a:endParaRPr lang="en-US" sz="1300" kern="1200" dirty="0">
            <a:solidFill>
              <a:sysClr val="windowText" lastClr="000000">
                <a:hueOff val="0"/>
                <a:satOff val="0"/>
                <a:lumOff val="0"/>
                <a:alphaOff val="0"/>
              </a:sysClr>
            </a:solidFill>
            <a:latin typeface="Gill Sans MT" panose="020B0502020104020203"/>
            <a:ea typeface="+mn-ea"/>
            <a:cs typeface="+mn-cs"/>
          </a:endParaRPr>
        </a:p>
        <a:p>
          <a:pPr marL="114300" lvl="1" indent="-114300" algn="l" defTabSz="577850">
            <a:lnSpc>
              <a:spcPct val="90000"/>
            </a:lnSpc>
            <a:spcBef>
              <a:spcPct val="0"/>
            </a:spcBef>
            <a:spcAft>
              <a:spcPct val="15000"/>
            </a:spcAft>
            <a:buFont typeface="Arial" panose="020B0604020202020204" pitchFamily="34" charset="0"/>
            <a:buChar char="•"/>
          </a:pPr>
          <a:r>
            <a:rPr lang="en-US" sz="1300" b="1" i="0" kern="1200" dirty="0"/>
            <a:t>Feature Encoding: </a:t>
          </a:r>
          <a:endParaRPr lang="en-US" sz="1300" b="0" i="0" kern="1200" dirty="0"/>
        </a:p>
        <a:p>
          <a:pPr marL="228600" lvl="2" indent="-114300" algn="l" defTabSz="577850">
            <a:lnSpc>
              <a:spcPct val="90000"/>
            </a:lnSpc>
            <a:spcBef>
              <a:spcPct val="0"/>
            </a:spcBef>
            <a:spcAft>
              <a:spcPct val="15000"/>
            </a:spcAft>
            <a:buFont typeface="Arial" panose="020B0604020202020204" pitchFamily="34" charset="0"/>
            <a:buChar char="•"/>
          </a:pPr>
          <a:r>
            <a:rPr lang="en-US" sz="1300" b="0" i="0" kern="1200" dirty="0"/>
            <a:t>Label encoding used for an ordinal variables such as Priority, Impact, Urgency and  Knowledge.</a:t>
          </a:r>
        </a:p>
        <a:p>
          <a:pPr marL="228600" lvl="2" indent="-114300" algn="l" defTabSz="577850">
            <a:lnSpc>
              <a:spcPct val="90000"/>
            </a:lnSpc>
            <a:spcBef>
              <a:spcPct val="0"/>
            </a:spcBef>
            <a:spcAft>
              <a:spcPct val="15000"/>
            </a:spcAft>
            <a:buFont typeface="Arial" panose="020B0604020202020204" pitchFamily="34" charset="0"/>
            <a:buChar char="•"/>
          </a:pPr>
          <a:r>
            <a:rPr lang="en-US" sz="1300" b="0" i="0" kern="1200" dirty="0"/>
            <a:t>One-hot encoding used for a nominal variables such as Category and Assignment Group.</a:t>
          </a:r>
        </a:p>
      </dsp:txBody>
      <dsp:txXfrm>
        <a:off x="0" y="1078974"/>
        <a:ext cx="10814290" cy="1349720"/>
      </dsp:txXfrm>
    </dsp:sp>
    <dsp:sp modelId="{78EC5B2D-707F-483D-8059-1D059F2AB2C9}">
      <dsp:nvSpPr>
        <dsp:cNvPr id="0" name=""/>
        <dsp:cNvSpPr/>
      </dsp:nvSpPr>
      <dsp:spPr>
        <a:xfrm>
          <a:off x="561364" y="842814"/>
          <a:ext cx="7570003" cy="47232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6128" tIns="0" rIns="286128" bIns="0" numCol="1" spcCol="1270" anchor="ctr" anchorCtr="0">
          <a:noAutofit/>
        </a:bodyPr>
        <a:lstStyle/>
        <a:p>
          <a:pPr marL="0" lvl="0" indent="0" algn="l" defTabSz="711200">
            <a:lnSpc>
              <a:spcPct val="90000"/>
            </a:lnSpc>
            <a:spcBef>
              <a:spcPct val="0"/>
            </a:spcBef>
            <a:spcAft>
              <a:spcPct val="35000"/>
            </a:spcAft>
            <a:buNone/>
          </a:pPr>
          <a:r>
            <a:rPr lang="en-US" sz="1600" kern="1200" dirty="0">
              <a:solidFill>
                <a:sysClr val="window" lastClr="FFFFFF"/>
              </a:solidFill>
              <a:latin typeface="Gill Sans MT" panose="020B0502020104020203"/>
              <a:ea typeface="+mn-ea"/>
              <a:cs typeface="+mn-cs"/>
            </a:rPr>
            <a:t>Identify the relevant data</a:t>
          </a:r>
        </a:p>
      </dsp:txBody>
      <dsp:txXfrm>
        <a:off x="584421" y="865871"/>
        <a:ext cx="7523889" cy="4262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2932E6-6498-4FF8-AF8C-CB3E33EFC814}">
      <dsp:nvSpPr>
        <dsp:cNvPr id="0" name=""/>
        <dsp:cNvSpPr/>
      </dsp:nvSpPr>
      <dsp:spPr>
        <a:xfrm>
          <a:off x="0" y="156669"/>
          <a:ext cx="10814291" cy="598194"/>
        </a:xfrm>
        <a:prstGeom prst="roundRect">
          <a:avLst>
            <a:gd name="adj" fmla="val 10000"/>
          </a:avLst>
        </a:prstGeom>
        <a:solidFill>
          <a:srgbClr val="C33246"/>
        </a:solidFill>
        <a:ln>
          <a:noFill/>
        </a:ln>
        <a:effectLst/>
      </dsp:spPr>
      <dsp:style>
        <a:lnRef idx="0">
          <a:scrgbClr r="0" g="0" b="0"/>
        </a:lnRef>
        <a:fillRef idx="1">
          <a:scrgbClr r="0" g="0" b="0"/>
        </a:fillRef>
        <a:effectRef idx="0">
          <a:scrgbClr r="0" g="0" b="0"/>
        </a:effectRef>
        <a:fontRef idx="minor"/>
      </dsp:style>
    </dsp:sp>
    <dsp:sp modelId="{AA114103-CE79-49EF-8106-895081D947D0}">
      <dsp:nvSpPr>
        <dsp:cNvPr id="0" name=""/>
        <dsp:cNvSpPr/>
      </dsp:nvSpPr>
      <dsp:spPr>
        <a:xfrm>
          <a:off x="180953" y="291263"/>
          <a:ext cx="329006" cy="3290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449EF5-62D6-444D-AD96-BB669DE4651E}">
      <dsp:nvSpPr>
        <dsp:cNvPr id="0" name=""/>
        <dsp:cNvSpPr/>
      </dsp:nvSpPr>
      <dsp:spPr>
        <a:xfrm>
          <a:off x="690914" y="156669"/>
          <a:ext cx="10123376" cy="598194"/>
        </a:xfrm>
        <a:prstGeom prst="roundRect">
          <a:avLst/>
        </a:prstGeom>
        <a:solidFill>
          <a:srgbClr val="C33246"/>
        </a:solidFill>
        <a:ln>
          <a:noFill/>
        </a:ln>
        <a:effectLst/>
      </dsp:spPr>
      <dsp:style>
        <a:lnRef idx="0">
          <a:scrgbClr r="0" g="0" b="0"/>
        </a:lnRef>
        <a:fillRef idx="0">
          <a:scrgbClr r="0" g="0" b="0"/>
        </a:fillRef>
        <a:effectRef idx="0">
          <a:scrgbClr r="0" g="0" b="0"/>
        </a:effectRef>
        <a:fontRef idx="minor"/>
      </dsp:style>
      <dsp:txBody>
        <a:bodyPr spcFirstLastPara="0" vert="horz" wrap="square" lIns="63309" tIns="63309" rIns="63309" bIns="63309"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chemeClr val="bg1"/>
              </a:solidFill>
            </a:rPr>
            <a:t>Feature engineering is a critical step in predictive analysis that involves selecting and transforming the most relevant features in the data set to improve the accuracy of the predictive model.</a:t>
          </a:r>
          <a:endParaRPr lang="en-US" sz="1400" b="1" kern="1200" dirty="0">
            <a:solidFill>
              <a:schemeClr val="bg1"/>
            </a:solidFill>
            <a:latin typeface="Gill Sans MT" panose="020B0502020104020203"/>
            <a:ea typeface="+mn-ea"/>
            <a:cs typeface="+mn-cs"/>
          </a:endParaRPr>
        </a:p>
      </dsp:txBody>
      <dsp:txXfrm>
        <a:off x="720115" y="185870"/>
        <a:ext cx="10064974" cy="5397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CC8D4B-5D5B-4360-80F4-1C99328739A6}">
      <dsp:nvSpPr>
        <dsp:cNvPr id="0" name=""/>
        <dsp:cNvSpPr/>
      </dsp:nvSpPr>
      <dsp:spPr>
        <a:xfrm>
          <a:off x="0" y="210138"/>
          <a:ext cx="10169183" cy="3276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sp>
    <dsp:sp modelId="{F2DE48DC-D812-4C38-8ED4-5F32E0D0D439}">
      <dsp:nvSpPr>
        <dsp:cNvPr id="0" name=""/>
        <dsp:cNvSpPr/>
      </dsp:nvSpPr>
      <dsp:spPr>
        <a:xfrm>
          <a:off x="508459" y="18258"/>
          <a:ext cx="7118428"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9060" tIns="0" rIns="269060"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ysClr val="window" lastClr="FFFFFF"/>
              </a:solidFill>
              <a:latin typeface="Gill Sans MT" panose="020B0502020104020203"/>
              <a:ea typeface="+mn-ea"/>
              <a:cs typeface="+mn-cs"/>
            </a:rPr>
            <a:t>STEP 5: MODEL DEVELOPMENT</a:t>
          </a:r>
          <a:endParaRPr lang="en-US" sz="1600" kern="1200" dirty="0">
            <a:solidFill>
              <a:sysClr val="window" lastClr="FFFFFF"/>
            </a:solidFill>
            <a:latin typeface="Gill Sans MT" panose="020B0502020104020203"/>
            <a:ea typeface="+mn-ea"/>
            <a:cs typeface="+mn-cs"/>
          </a:endParaRPr>
        </a:p>
      </dsp:txBody>
      <dsp:txXfrm>
        <a:off x="527193" y="36992"/>
        <a:ext cx="7080960" cy="346292"/>
      </dsp:txXfrm>
    </dsp:sp>
    <dsp:sp modelId="{12B13F37-F79C-4462-A14F-29C90F6BD9E6}">
      <dsp:nvSpPr>
        <dsp:cNvPr id="0" name=""/>
        <dsp:cNvSpPr/>
      </dsp:nvSpPr>
      <dsp:spPr>
        <a:xfrm>
          <a:off x="0" y="799818"/>
          <a:ext cx="10169183" cy="1965047"/>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9242" tIns="208280" rIns="789242"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solidFill>
                <a:sysClr val="windowText" lastClr="000000">
                  <a:hueOff val="0"/>
                  <a:satOff val="0"/>
                  <a:lumOff val="0"/>
                  <a:alphaOff val="0"/>
                </a:sysClr>
              </a:solidFill>
              <a:latin typeface="+mn-lt"/>
              <a:ea typeface="+mn-ea"/>
              <a:cs typeface="+mn-cs"/>
            </a:rPr>
            <a:t>After the label encoding, t</a:t>
          </a:r>
          <a:r>
            <a:rPr lang="en-US" sz="1400" b="0" i="0" kern="1200" dirty="0">
              <a:latin typeface="+mn-lt"/>
            </a:rPr>
            <a:t>rain-test split procedure is applied on data to estimate the performance of machine learning algorithms they are used to make predictions on data.</a:t>
          </a:r>
          <a:endParaRPr lang="en-US" sz="1400" kern="1200" dirty="0">
            <a:solidFill>
              <a:sysClr val="windowText" lastClr="000000">
                <a:hueOff val="0"/>
                <a:satOff val="0"/>
                <a:lumOff val="0"/>
                <a:alphaOff val="0"/>
              </a:sysClr>
            </a:solidFill>
            <a:latin typeface="+mn-lt"/>
            <a:ea typeface="+mn-ea"/>
            <a:cs typeface="+mn-cs"/>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1" i="0" kern="1200" dirty="0"/>
            <a:t>Train Dataset</a:t>
          </a:r>
          <a:r>
            <a:rPr lang="en-US" sz="1400" b="0" i="0" kern="1200" dirty="0"/>
            <a:t>: Used to fit the machine learning model.</a:t>
          </a:r>
          <a:endParaRPr lang="en-US" sz="1400" kern="1200" dirty="0">
            <a:solidFill>
              <a:sysClr val="windowText" lastClr="000000">
                <a:hueOff val="0"/>
                <a:satOff val="0"/>
                <a:lumOff val="0"/>
                <a:alphaOff val="0"/>
              </a:sysClr>
            </a:solidFill>
            <a:latin typeface="+mn-lt"/>
            <a:ea typeface="+mn-ea"/>
            <a:cs typeface="+mn-cs"/>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1" i="0" kern="1200" dirty="0"/>
            <a:t>Test Dataset</a:t>
          </a:r>
          <a:r>
            <a:rPr lang="en-US" sz="1400" b="0" i="0" kern="1200" dirty="0"/>
            <a:t>: Used to evaluate the fit machine learning model.</a:t>
          </a:r>
        </a:p>
        <a:p>
          <a:pPr marL="114300" lvl="1" indent="-114300" algn="l" defTabSz="622300">
            <a:lnSpc>
              <a:spcPct val="90000"/>
            </a:lnSpc>
            <a:spcBef>
              <a:spcPct val="0"/>
            </a:spcBef>
            <a:spcAft>
              <a:spcPct val="15000"/>
            </a:spcAft>
            <a:buChar char="•"/>
          </a:pPr>
          <a:r>
            <a:rPr lang="en-US" sz="1400" b="0" i="0" kern="1200" dirty="0"/>
            <a:t>The </a:t>
          </a:r>
          <a:r>
            <a:rPr lang="en-US" sz="1400" b="0" i="0" kern="1200" dirty="0" err="1"/>
            <a:t>train_test_split</a:t>
          </a:r>
          <a:r>
            <a:rPr lang="en-US" sz="1400" b="0" i="0" kern="1200" dirty="0"/>
            <a:t> function accepts the following parameter values:</a:t>
          </a:r>
        </a:p>
        <a:p>
          <a:pPr marL="228600" lvl="2" indent="-114300" algn="l" defTabSz="622300">
            <a:lnSpc>
              <a:spcPct val="90000"/>
            </a:lnSpc>
            <a:spcBef>
              <a:spcPct val="0"/>
            </a:spcBef>
            <a:spcAft>
              <a:spcPct val="15000"/>
            </a:spcAft>
            <a:buFont typeface="Wingdings" panose="05000000000000000000" pitchFamily="2" charset="2"/>
            <a:buChar char="Ø"/>
          </a:pPr>
          <a:r>
            <a:rPr lang="en-US" sz="1400" b="1" i="0" kern="1200" dirty="0"/>
            <a:t>arrays</a:t>
          </a:r>
          <a:r>
            <a:rPr lang="en-US" sz="1400" b="0" i="0" kern="1200" dirty="0"/>
            <a:t>: These are the arrays or matrices that need to be split.</a:t>
          </a:r>
        </a:p>
        <a:p>
          <a:pPr marL="228600" lvl="2" indent="-114300" algn="l" defTabSz="622300">
            <a:lnSpc>
              <a:spcPct val="90000"/>
            </a:lnSpc>
            <a:spcBef>
              <a:spcPct val="0"/>
            </a:spcBef>
            <a:spcAft>
              <a:spcPct val="15000"/>
            </a:spcAft>
            <a:buFont typeface="Wingdings" panose="05000000000000000000" pitchFamily="2" charset="2"/>
            <a:buChar char="Ø"/>
          </a:pPr>
          <a:r>
            <a:rPr lang="en-US" sz="1400" b="1" i="0" kern="1200" dirty="0" err="1"/>
            <a:t>test_size</a:t>
          </a:r>
          <a:r>
            <a:rPr lang="en-US" sz="1400" b="0" i="0" kern="1200" dirty="0"/>
            <a:t>: This is the size of the test subset. </a:t>
          </a:r>
        </a:p>
        <a:p>
          <a:pPr marL="228600" lvl="2" indent="-114300" algn="l" defTabSz="622300">
            <a:lnSpc>
              <a:spcPct val="90000"/>
            </a:lnSpc>
            <a:spcBef>
              <a:spcPct val="0"/>
            </a:spcBef>
            <a:spcAft>
              <a:spcPct val="15000"/>
            </a:spcAft>
            <a:buFont typeface="Wingdings" panose="05000000000000000000" pitchFamily="2" charset="2"/>
            <a:buChar char="Ø"/>
          </a:pPr>
          <a:r>
            <a:rPr lang="en-US" sz="1400" b="1" i="0" kern="1200" dirty="0" err="1"/>
            <a:t>random_state</a:t>
          </a:r>
          <a:r>
            <a:rPr lang="en-US" sz="1400" b="0" i="0" kern="1200" dirty="0"/>
            <a:t>: This parameter value controls how the data is shuffled before being split.</a:t>
          </a:r>
        </a:p>
      </dsp:txBody>
      <dsp:txXfrm>
        <a:off x="0" y="799818"/>
        <a:ext cx="10169183" cy="1965047"/>
      </dsp:txXfrm>
    </dsp:sp>
    <dsp:sp modelId="{78EC5B2D-707F-483D-8059-1D059F2AB2C9}">
      <dsp:nvSpPr>
        <dsp:cNvPr id="0" name=""/>
        <dsp:cNvSpPr/>
      </dsp:nvSpPr>
      <dsp:spPr>
        <a:xfrm>
          <a:off x="527877" y="607938"/>
          <a:ext cx="7118428"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9060" tIns="0" rIns="269060" bIns="0" numCol="1" spcCol="1270" anchor="ctr" anchorCtr="0">
          <a:noAutofit/>
        </a:bodyPr>
        <a:lstStyle/>
        <a:p>
          <a:pPr marL="0" lvl="0" indent="0" algn="l" defTabSz="711200">
            <a:lnSpc>
              <a:spcPct val="90000"/>
            </a:lnSpc>
            <a:spcBef>
              <a:spcPct val="0"/>
            </a:spcBef>
            <a:spcAft>
              <a:spcPct val="35000"/>
            </a:spcAft>
            <a:buNone/>
          </a:pPr>
          <a:r>
            <a:rPr lang="en-US" sz="1600" kern="1200" dirty="0">
              <a:solidFill>
                <a:sysClr val="window" lastClr="FFFFFF"/>
              </a:solidFill>
              <a:latin typeface="Gill Sans MT" panose="020B0502020104020203"/>
              <a:ea typeface="+mn-ea"/>
              <a:cs typeface="+mn-cs"/>
            </a:rPr>
            <a:t>Test and train the data</a:t>
          </a:r>
        </a:p>
      </dsp:txBody>
      <dsp:txXfrm>
        <a:off x="546611" y="626672"/>
        <a:ext cx="7080960" cy="34629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CC8D4B-5D5B-4360-80F4-1C99328739A6}">
      <dsp:nvSpPr>
        <dsp:cNvPr id="0" name=""/>
        <dsp:cNvSpPr/>
      </dsp:nvSpPr>
      <dsp:spPr>
        <a:xfrm>
          <a:off x="0" y="224344"/>
          <a:ext cx="9983975" cy="327600"/>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sp>
    <dsp:sp modelId="{F2DE48DC-D812-4C38-8ED4-5F32E0D0D439}">
      <dsp:nvSpPr>
        <dsp:cNvPr id="0" name=""/>
        <dsp:cNvSpPr/>
      </dsp:nvSpPr>
      <dsp:spPr>
        <a:xfrm>
          <a:off x="499198" y="32464"/>
          <a:ext cx="6988782"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4159" tIns="0" rIns="264159"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ysClr val="window" lastClr="FFFFFF"/>
              </a:solidFill>
              <a:latin typeface="Gill Sans MT" panose="020B0502020104020203"/>
              <a:ea typeface="+mn-ea"/>
              <a:cs typeface="+mn-cs"/>
            </a:rPr>
            <a:t>STEP 5: MODEL VALIDATION</a:t>
          </a:r>
          <a:endParaRPr lang="en-US" sz="1600" kern="1200" dirty="0">
            <a:solidFill>
              <a:sysClr val="window" lastClr="FFFFFF"/>
            </a:solidFill>
            <a:latin typeface="Gill Sans MT" panose="020B0502020104020203"/>
            <a:ea typeface="+mn-ea"/>
            <a:cs typeface="+mn-cs"/>
          </a:endParaRPr>
        </a:p>
      </dsp:txBody>
      <dsp:txXfrm>
        <a:off x="517932" y="51198"/>
        <a:ext cx="6951314" cy="346292"/>
      </dsp:txXfrm>
    </dsp:sp>
    <dsp:sp modelId="{12B13F37-F79C-4462-A14F-29C90F6BD9E6}">
      <dsp:nvSpPr>
        <dsp:cNvPr id="0" name=""/>
        <dsp:cNvSpPr/>
      </dsp:nvSpPr>
      <dsp:spPr>
        <a:xfrm>
          <a:off x="0" y="814024"/>
          <a:ext cx="9983975" cy="923572"/>
        </a:xfrm>
        <a:prstGeom prst="rect">
          <a:avLst/>
        </a:prstGeom>
        <a:solidFill>
          <a:sysClr val="window" lastClr="FFFFFF">
            <a:alpha val="90000"/>
            <a:hueOff val="0"/>
            <a:satOff val="0"/>
            <a:lumOff val="0"/>
            <a:alphaOff val="0"/>
          </a:sysClr>
        </a:solidFill>
        <a:ln w="9525" cap="flat" cmpd="sng" algn="ctr">
          <a:solidFill>
            <a:srgbClr val="B71E42">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74867" tIns="229108" rIns="77486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solidFill>
                <a:sysClr val="windowText" lastClr="000000">
                  <a:hueOff val="0"/>
                  <a:satOff val="0"/>
                  <a:lumOff val="0"/>
                  <a:alphaOff val="0"/>
                </a:sysClr>
              </a:solidFill>
              <a:latin typeface="+mn-lt"/>
              <a:ea typeface="+mn-ea"/>
              <a:cs typeface="+mn-cs"/>
            </a:rPr>
            <a:t>We are using different machine learning algorithms such as </a:t>
          </a:r>
          <a:r>
            <a:rPr lang="en-US" sz="1400" kern="1200" dirty="0" err="1">
              <a:solidFill>
                <a:sysClr val="windowText" lastClr="000000">
                  <a:hueOff val="0"/>
                  <a:satOff val="0"/>
                  <a:lumOff val="0"/>
                  <a:alphaOff val="0"/>
                </a:sysClr>
              </a:solidFill>
              <a:latin typeface="+mn-lt"/>
              <a:ea typeface="+mn-ea"/>
              <a:cs typeface="+mn-cs"/>
            </a:rPr>
            <a:t>SVM</a:t>
          </a:r>
          <a:r>
            <a:rPr lang="en-US" sz="1400" kern="1200" dirty="0">
              <a:solidFill>
                <a:sysClr val="windowText" lastClr="000000">
                  <a:hueOff val="0"/>
                  <a:satOff val="0"/>
                  <a:lumOff val="0"/>
                  <a:alphaOff val="0"/>
                </a:sysClr>
              </a:solidFill>
              <a:latin typeface="+mn-lt"/>
              <a:ea typeface="+mn-ea"/>
              <a:cs typeface="+mn-cs"/>
            </a:rPr>
            <a:t>, K- Nearest Neighbor, Random Forest, Decision Tree for identify the accuracy and precision for the model.</a:t>
          </a:r>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solidFill>
                <a:sysClr val="windowText" lastClr="000000">
                  <a:hueOff val="0"/>
                  <a:satOff val="0"/>
                  <a:lumOff val="0"/>
                  <a:alphaOff val="0"/>
                </a:sysClr>
              </a:solidFill>
              <a:latin typeface="+mn-lt"/>
              <a:ea typeface="+mn-ea"/>
              <a:cs typeface="+mn-cs"/>
            </a:rPr>
            <a:t>Comparatively, Random forest algorithm provided the best accuracy and precision.</a:t>
          </a:r>
        </a:p>
      </dsp:txBody>
      <dsp:txXfrm>
        <a:off x="0" y="814024"/>
        <a:ext cx="9983975" cy="923572"/>
      </dsp:txXfrm>
    </dsp:sp>
    <dsp:sp modelId="{78EC5B2D-707F-483D-8059-1D059F2AB2C9}">
      <dsp:nvSpPr>
        <dsp:cNvPr id="0" name=""/>
        <dsp:cNvSpPr/>
      </dsp:nvSpPr>
      <dsp:spPr>
        <a:xfrm>
          <a:off x="518263" y="622144"/>
          <a:ext cx="6988782" cy="383760"/>
        </a:xfrm>
        <a:prstGeom prst="roundRect">
          <a:avLst/>
        </a:prstGeom>
        <a:gradFill rotWithShape="0">
          <a:gsLst>
            <a:gs pos="0">
              <a:srgbClr val="B71E42">
                <a:hueOff val="0"/>
                <a:satOff val="0"/>
                <a:lumOff val="0"/>
                <a:alphaOff val="0"/>
                <a:tint val="98000"/>
                <a:satMod val="110000"/>
                <a:lumMod val="104000"/>
              </a:srgbClr>
            </a:gs>
            <a:gs pos="69000">
              <a:srgbClr val="B71E42">
                <a:hueOff val="0"/>
                <a:satOff val="0"/>
                <a:lumOff val="0"/>
                <a:alphaOff val="0"/>
                <a:shade val="88000"/>
                <a:satMod val="130000"/>
                <a:lumMod val="92000"/>
              </a:srgbClr>
            </a:gs>
            <a:gs pos="100000">
              <a:srgbClr val="B71E42">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4159" tIns="0" rIns="264159" bIns="0" numCol="1" spcCol="1270" anchor="ctr" anchorCtr="0">
          <a:noAutofit/>
        </a:bodyPr>
        <a:lstStyle/>
        <a:p>
          <a:pPr marL="0" lvl="0" indent="0" algn="l" defTabSz="711200">
            <a:lnSpc>
              <a:spcPct val="90000"/>
            </a:lnSpc>
            <a:spcBef>
              <a:spcPct val="0"/>
            </a:spcBef>
            <a:spcAft>
              <a:spcPct val="35000"/>
            </a:spcAft>
            <a:buNone/>
          </a:pPr>
          <a:r>
            <a:rPr lang="en-US" sz="1600" kern="1200" dirty="0">
              <a:solidFill>
                <a:sysClr val="window" lastClr="FFFFFF"/>
              </a:solidFill>
              <a:latin typeface="Gill Sans MT" panose="020B0502020104020203"/>
              <a:ea typeface="+mn-ea"/>
              <a:cs typeface="+mn-cs"/>
            </a:rPr>
            <a:t>Validate the predictive model</a:t>
          </a:r>
        </a:p>
      </dsp:txBody>
      <dsp:txXfrm>
        <a:off x="536997" y="640878"/>
        <a:ext cx="6951314" cy="3462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835815-DAC9-4D8A-B7C2-91FD0FB07874}">
      <dsp:nvSpPr>
        <dsp:cNvPr id="0" name=""/>
        <dsp:cNvSpPr/>
      </dsp:nvSpPr>
      <dsp:spPr>
        <a:xfrm>
          <a:off x="8015" y="143475"/>
          <a:ext cx="1761948" cy="528584"/>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5265" tIns="65265" rIns="65265" bIns="65265" numCol="1" spcCol="1270" anchor="ctr" anchorCtr="0">
          <a:noAutofit/>
        </a:bodyPr>
        <a:lstStyle/>
        <a:p>
          <a:pPr marL="0" lvl="0" indent="0" algn="ctr" defTabSz="1244600">
            <a:lnSpc>
              <a:spcPct val="90000"/>
            </a:lnSpc>
            <a:spcBef>
              <a:spcPct val="0"/>
            </a:spcBef>
            <a:spcAft>
              <a:spcPct val="35000"/>
            </a:spcAft>
            <a:buNone/>
          </a:pPr>
          <a:r>
            <a:rPr lang="en-US" sz="2800" kern="1200">
              <a:solidFill>
                <a:sysClr val="window" lastClr="FFFFFF"/>
              </a:solidFill>
              <a:latin typeface="Gill Sans MT" panose="020B0502020104020203"/>
              <a:ea typeface="+mn-ea"/>
              <a:cs typeface="+mn-cs"/>
            </a:rPr>
            <a:t>Step 1</a:t>
          </a:r>
        </a:p>
      </dsp:txBody>
      <dsp:txXfrm>
        <a:off x="166590" y="143475"/>
        <a:ext cx="1444798" cy="528584"/>
      </dsp:txXfrm>
    </dsp:sp>
    <dsp:sp modelId="{6C21A136-9C69-4CB8-A792-8D6DC4820DA3}">
      <dsp:nvSpPr>
        <dsp:cNvPr id="0" name=""/>
        <dsp:cNvSpPr/>
      </dsp:nvSpPr>
      <dsp:spPr>
        <a:xfrm>
          <a:off x="8015" y="672059"/>
          <a:ext cx="1603372" cy="1928250"/>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702" tIns="126702" rIns="126702" bIns="253404" numCol="1" spcCol="1270" anchor="t" anchorCtr="0">
          <a:noAutofit/>
        </a:bodyPr>
        <a:lstStyle/>
        <a:p>
          <a:pPr marL="0" lvl="0" indent="0" algn="l" defTabSz="844550">
            <a:lnSpc>
              <a:spcPct val="90000"/>
            </a:lnSpc>
            <a:spcBef>
              <a:spcPct val="0"/>
            </a:spcBef>
            <a:spcAft>
              <a:spcPct val="35000"/>
            </a:spcAft>
            <a:buNone/>
          </a:pPr>
          <a:r>
            <a:rPr lang="en-US" sz="1900" kern="1200">
              <a:solidFill>
                <a:sysClr val="windowText" lastClr="000000">
                  <a:hueOff val="0"/>
                  <a:satOff val="0"/>
                  <a:lumOff val="0"/>
                  <a:alphaOff val="0"/>
                </a:sysClr>
              </a:solidFill>
              <a:latin typeface="Gill Sans MT" panose="020B0502020104020203"/>
              <a:ea typeface="+mn-ea"/>
              <a:cs typeface="+mn-cs"/>
            </a:rPr>
            <a:t>Step 1</a:t>
          </a:r>
        </a:p>
        <a:p>
          <a:pPr marL="114300" lvl="1" indent="-114300" algn="l" defTabSz="666750">
            <a:lnSpc>
              <a:spcPct val="90000"/>
            </a:lnSpc>
            <a:spcBef>
              <a:spcPct val="0"/>
            </a:spcBef>
            <a:spcAft>
              <a:spcPct val="15000"/>
            </a:spcAft>
            <a:buChar char="•"/>
          </a:pPr>
          <a:r>
            <a:rPr lang="en-US" sz="1500" kern="1200">
              <a:solidFill>
                <a:sysClr val="windowText" lastClr="000000">
                  <a:hueOff val="0"/>
                  <a:satOff val="0"/>
                  <a:lumOff val="0"/>
                  <a:alphaOff val="0"/>
                </a:sysClr>
              </a:solidFill>
              <a:latin typeface="Gill Sans MT" panose="020B0502020104020203"/>
              <a:ea typeface="+mn-ea"/>
              <a:cs typeface="+mn-cs"/>
            </a:rPr>
            <a:t>Select random samples from a given data or training set.</a:t>
          </a:r>
        </a:p>
      </dsp:txBody>
      <dsp:txXfrm>
        <a:off x="8015" y="672059"/>
        <a:ext cx="1603372" cy="1928250"/>
      </dsp:txXfrm>
    </dsp:sp>
    <dsp:sp modelId="{4FFEC249-7C9C-490A-8779-A7356294D122}">
      <dsp:nvSpPr>
        <dsp:cNvPr id="0" name=""/>
        <dsp:cNvSpPr/>
      </dsp:nvSpPr>
      <dsp:spPr>
        <a:xfrm>
          <a:off x="1735199" y="143475"/>
          <a:ext cx="1761948" cy="528584"/>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5265" tIns="65265" rIns="65265" bIns="65265" numCol="1" spcCol="1270" anchor="ctr" anchorCtr="0">
          <a:noAutofit/>
        </a:bodyPr>
        <a:lstStyle/>
        <a:p>
          <a:pPr marL="0" lvl="0" indent="0" algn="ctr" defTabSz="1244600">
            <a:lnSpc>
              <a:spcPct val="90000"/>
            </a:lnSpc>
            <a:spcBef>
              <a:spcPct val="0"/>
            </a:spcBef>
            <a:spcAft>
              <a:spcPct val="35000"/>
            </a:spcAft>
            <a:buNone/>
          </a:pPr>
          <a:r>
            <a:rPr lang="en-US" sz="2800" kern="1200">
              <a:solidFill>
                <a:sysClr val="window" lastClr="FFFFFF"/>
              </a:solidFill>
              <a:latin typeface="Gill Sans MT" panose="020B0502020104020203"/>
              <a:ea typeface="+mn-ea"/>
              <a:cs typeface="+mn-cs"/>
            </a:rPr>
            <a:t>Step 2</a:t>
          </a:r>
        </a:p>
      </dsp:txBody>
      <dsp:txXfrm>
        <a:off x="1893774" y="143475"/>
        <a:ext cx="1444798" cy="528584"/>
      </dsp:txXfrm>
    </dsp:sp>
    <dsp:sp modelId="{67D3E40B-84D2-4004-910C-F758FBF3BF02}">
      <dsp:nvSpPr>
        <dsp:cNvPr id="0" name=""/>
        <dsp:cNvSpPr/>
      </dsp:nvSpPr>
      <dsp:spPr>
        <a:xfrm>
          <a:off x="1735199" y="672059"/>
          <a:ext cx="1603372" cy="1928250"/>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702" tIns="126702" rIns="126702" bIns="253404" numCol="1" spcCol="1270" anchor="t" anchorCtr="0">
          <a:noAutofit/>
        </a:bodyPr>
        <a:lstStyle/>
        <a:p>
          <a:pPr marL="0" lvl="0" indent="0" algn="l" defTabSz="844550">
            <a:lnSpc>
              <a:spcPct val="90000"/>
            </a:lnSpc>
            <a:spcBef>
              <a:spcPct val="0"/>
            </a:spcBef>
            <a:spcAft>
              <a:spcPct val="35000"/>
            </a:spcAft>
            <a:buNone/>
          </a:pPr>
          <a:r>
            <a:rPr lang="en-US" sz="1900" kern="1200" dirty="0">
              <a:solidFill>
                <a:sysClr val="windowText" lastClr="000000">
                  <a:hueOff val="0"/>
                  <a:satOff val="0"/>
                  <a:lumOff val="0"/>
                  <a:alphaOff val="0"/>
                </a:sysClr>
              </a:solidFill>
              <a:latin typeface="Gill Sans MT" panose="020B0502020104020203"/>
              <a:ea typeface="+mn-ea"/>
              <a:cs typeface="+mn-cs"/>
            </a:rPr>
            <a:t>Step 2</a:t>
          </a:r>
        </a:p>
        <a:p>
          <a:pPr marL="114300" lvl="1" indent="-114300" algn="l" defTabSz="666750">
            <a:lnSpc>
              <a:spcPct val="90000"/>
            </a:lnSpc>
            <a:spcBef>
              <a:spcPct val="0"/>
            </a:spcBef>
            <a:spcAft>
              <a:spcPct val="15000"/>
            </a:spcAft>
            <a:buChar char="•"/>
          </a:pPr>
          <a:r>
            <a:rPr lang="en-US" sz="1500" kern="1200">
              <a:solidFill>
                <a:sysClr val="windowText" lastClr="000000">
                  <a:hueOff val="0"/>
                  <a:satOff val="0"/>
                  <a:lumOff val="0"/>
                  <a:alphaOff val="0"/>
                </a:sysClr>
              </a:solidFill>
              <a:latin typeface="Gill Sans MT" panose="020B0502020104020203"/>
              <a:ea typeface="+mn-ea"/>
              <a:cs typeface="+mn-cs"/>
            </a:rPr>
            <a:t>This algorithm will construct a decision tree for every training data.</a:t>
          </a:r>
        </a:p>
      </dsp:txBody>
      <dsp:txXfrm>
        <a:off x="1735199" y="672059"/>
        <a:ext cx="1603372" cy="1928250"/>
      </dsp:txXfrm>
    </dsp:sp>
    <dsp:sp modelId="{DBD64C55-1FD9-4C20-96D8-6D447CAF0BE0}">
      <dsp:nvSpPr>
        <dsp:cNvPr id="0" name=""/>
        <dsp:cNvSpPr/>
      </dsp:nvSpPr>
      <dsp:spPr>
        <a:xfrm>
          <a:off x="3462384" y="143475"/>
          <a:ext cx="1761948" cy="528584"/>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5265" tIns="65265" rIns="65265" bIns="65265" numCol="1" spcCol="1270" anchor="ctr" anchorCtr="0">
          <a:noAutofit/>
        </a:bodyPr>
        <a:lstStyle/>
        <a:p>
          <a:pPr marL="0" lvl="0" indent="0" algn="ctr" defTabSz="1244600">
            <a:lnSpc>
              <a:spcPct val="90000"/>
            </a:lnSpc>
            <a:spcBef>
              <a:spcPct val="0"/>
            </a:spcBef>
            <a:spcAft>
              <a:spcPct val="35000"/>
            </a:spcAft>
            <a:buNone/>
          </a:pPr>
          <a:r>
            <a:rPr lang="en-US" sz="2800" kern="1200">
              <a:solidFill>
                <a:sysClr val="window" lastClr="FFFFFF"/>
              </a:solidFill>
              <a:latin typeface="Gill Sans MT" panose="020B0502020104020203"/>
              <a:ea typeface="+mn-ea"/>
              <a:cs typeface="+mn-cs"/>
            </a:rPr>
            <a:t>Step 3</a:t>
          </a:r>
        </a:p>
      </dsp:txBody>
      <dsp:txXfrm>
        <a:off x="3620959" y="143475"/>
        <a:ext cx="1444798" cy="528584"/>
      </dsp:txXfrm>
    </dsp:sp>
    <dsp:sp modelId="{B32FC5DF-3A84-4B16-BDB3-448025071384}">
      <dsp:nvSpPr>
        <dsp:cNvPr id="0" name=""/>
        <dsp:cNvSpPr/>
      </dsp:nvSpPr>
      <dsp:spPr>
        <a:xfrm>
          <a:off x="3462384" y="672059"/>
          <a:ext cx="1603372" cy="1928250"/>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702" tIns="126702" rIns="126702" bIns="253404" numCol="1" spcCol="1270" anchor="t" anchorCtr="0">
          <a:noAutofit/>
        </a:bodyPr>
        <a:lstStyle/>
        <a:p>
          <a:pPr marL="0" lvl="0" indent="0" algn="l" defTabSz="844550">
            <a:lnSpc>
              <a:spcPct val="90000"/>
            </a:lnSpc>
            <a:spcBef>
              <a:spcPct val="0"/>
            </a:spcBef>
            <a:spcAft>
              <a:spcPct val="35000"/>
            </a:spcAft>
            <a:buNone/>
          </a:pPr>
          <a:r>
            <a:rPr lang="en-US" sz="1900" kern="1200">
              <a:solidFill>
                <a:sysClr val="windowText" lastClr="000000">
                  <a:hueOff val="0"/>
                  <a:satOff val="0"/>
                  <a:lumOff val="0"/>
                  <a:alphaOff val="0"/>
                </a:sysClr>
              </a:solidFill>
              <a:latin typeface="Gill Sans MT" panose="020B0502020104020203"/>
              <a:ea typeface="+mn-ea"/>
              <a:cs typeface="+mn-cs"/>
            </a:rPr>
            <a:t>Step 3</a:t>
          </a:r>
        </a:p>
        <a:p>
          <a:pPr marL="114300" lvl="1" indent="-114300" algn="l" defTabSz="666750">
            <a:lnSpc>
              <a:spcPct val="90000"/>
            </a:lnSpc>
            <a:spcBef>
              <a:spcPct val="0"/>
            </a:spcBef>
            <a:spcAft>
              <a:spcPct val="15000"/>
            </a:spcAft>
            <a:buChar char="•"/>
          </a:pPr>
          <a:r>
            <a:rPr lang="en-US" sz="1500" kern="1200" dirty="0">
              <a:solidFill>
                <a:sysClr val="windowText" lastClr="000000">
                  <a:hueOff val="0"/>
                  <a:satOff val="0"/>
                  <a:lumOff val="0"/>
                  <a:alphaOff val="0"/>
                </a:sysClr>
              </a:solidFill>
              <a:latin typeface="Gill Sans MT" panose="020B0502020104020203"/>
              <a:ea typeface="+mn-ea"/>
              <a:cs typeface="+mn-cs"/>
            </a:rPr>
            <a:t>Voting will take place by averaging the decision tree.</a:t>
          </a:r>
        </a:p>
      </dsp:txBody>
      <dsp:txXfrm>
        <a:off x="3462384" y="672059"/>
        <a:ext cx="1603372" cy="1928250"/>
      </dsp:txXfrm>
    </dsp:sp>
    <dsp:sp modelId="{C6B71796-0F72-404E-A55F-1223CA79B7FA}">
      <dsp:nvSpPr>
        <dsp:cNvPr id="0" name=""/>
        <dsp:cNvSpPr/>
      </dsp:nvSpPr>
      <dsp:spPr>
        <a:xfrm>
          <a:off x="5189568" y="143475"/>
          <a:ext cx="1761948" cy="528584"/>
        </a:xfrm>
        <a:prstGeom prst="chevron">
          <a:avLst>
            <a:gd name="adj" fmla="val 30000"/>
          </a:avLst>
        </a:prstGeom>
        <a:solidFill>
          <a:srgbClr val="B71E42">
            <a:hueOff val="0"/>
            <a:satOff val="0"/>
            <a:lumOff val="0"/>
            <a:alphaOff val="0"/>
          </a:srgbClr>
        </a:solidFill>
        <a:ln w="15875" cap="flat" cmpd="sng" algn="ctr">
          <a:solidFill>
            <a:srgbClr val="B71E42">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5265" tIns="65265" rIns="65265" bIns="65265" numCol="1" spcCol="1270" anchor="ctr" anchorCtr="0">
          <a:noAutofit/>
        </a:bodyPr>
        <a:lstStyle/>
        <a:p>
          <a:pPr marL="0" lvl="0" indent="0" algn="ctr" defTabSz="1244600">
            <a:lnSpc>
              <a:spcPct val="90000"/>
            </a:lnSpc>
            <a:spcBef>
              <a:spcPct val="0"/>
            </a:spcBef>
            <a:spcAft>
              <a:spcPct val="35000"/>
            </a:spcAft>
            <a:buNone/>
          </a:pPr>
          <a:r>
            <a:rPr lang="en-US" sz="2800" kern="1200">
              <a:solidFill>
                <a:sysClr val="window" lastClr="FFFFFF"/>
              </a:solidFill>
              <a:latin typeface="Gill Sans MT" panose="020B0502020104020203"/>
              <a:ea typeface="+mn-ea"/>
              <a:cs typeface="+mn-cs"/>
            </a:rPr>
            <a:t>Step 4</a:t>
          </a:r>
        </a:p>
      </dsp:txBody>
      <dsp:txXfrm>
        <a:off x="5348143" y="143475"/>
        <a:ext cx="1444798" cy="528584"/>
      </dsp:txXfrm>
    </dsp:sp>
    <dsp:sp modelId="{311760F2-2E7C-4BF4-8B59-73AADDF8186B}">
      <dsp:nvSpPr>
        <dsp:cNvPr id="0" name=""/>
        <dsp:cNvSpPr/>
      </dsp:nvSpPr>
      <dsp:spPr>
        <a:xfrm>
          <a:off x="5189568" y="672059"/>
          <a:ext cx="1603372" cy="1928250"/>
        </a:xfrm>
        <a:prstGeom prst="rect">
          <a:avLst/>
        </a:prstGeom>
        <a:solidFill>
          <a:srgbClr val="B71E42">
            <a:alpha val="90000"/>
            <a:tint val="40000"/>
            <a:hueOff val="0"/>
            <a:satOff val="0"/>
            <a:lumOff val="0"/>
            <a:alphaOff val="0"/>
          </a:srgbClr>
        </a:solidFill>
        <a:ln w="15875" cap="flat" cmpd="sng" algn="ctr">
          <a:solidFill>
            <a:srgbClr val="B71E42">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702" tIns="126702" rIns="126702" bIns="253404" numCol="1" spcCol="1270" anchor="t" anchorCtr="0">
          <a:noAutofit/>
        </a:bodyPr>
        <a:lstStyle/>
        <a:p>
          <a:pPr marL="0" lvl="0" indent="0" algn="l" defTabSz="844550">
            <a:lnSpc>
              <a:spcPct val="90000"/>
            </a:lnSpc>
            <a:spcBef>
              <a:spcPct val="0"/>
            </a:spcBef>
            <a:spcAft>
              <a:spcPct val="35000"/>
            </a:spcAft>
            <a:buNone/>
          </a:pPr>
          <a:r>
            <a:rPr lang="en-US" sz="1900" kern="1200">
              <a:solidFill>
                <a:sysClr val="windowText" lastClr="000000">
                  <a:hueOff val="0"/>
                  <a:satOff val="0"/>
                  <a:lumOff val="0"/>
                  <a:alphaOff val="0"/>
                </a:sysClr>
              </a:solidFill>
              <a:latin typeface="Gill Sans MT" panose="020B0502020104020203"/>
              <a:ea typeface="+mn-ea"/>
              <a:cs typeface="+mn-cs"/>
            </a:rPr>
            <a:t>Step 4</a:t>
          </a:r>
        </a:p>
        <a:p>
          <a:pPr marL="114300" lvl="1" indent="-114300" algn="l" defTabSz="666750">
            <a:lnSpc>
              <a:spcPct val="90000"/>
            </a:lnSpc>
            <a:spcBef>
              <a:spcPct val="0"/>
            </a:spcBef>
            <a:spcAft>
              <a:spcPct val="15000"/>
            </a:spcAft>
            <a:buChar char="•"/>
          </a:pPr>
          <a:r>
            <a:rPr lang="en-US" sz="1500" kern="1200">
              <a:solidFill>
                <a:sysClr val="windowText" lastClr="000000">
                  <a:hueOff val="0"/>
                  <a:satOff val="0"/>
                  <a:lumOff val="0"/>
                  <a:alphaOff val="0"/>
                </a:sysClr>
              </a:solidFill>
              <a:latin typeface="Gill Sans MT" panose="020B0502020104020203"/>
              <a:ea typeface="+mn-ea"/>
              <a:cs typeface="+mn-cs"/>
            </a:rPr>
            <a:t>Finally, select the most voted prediction result as the final prediction result</a:t>
          </a:r>
        </a:p>
      </dsp:txBody>
      <dsp:txXfrm>
        <a:off x="5189568" y="672059"/>
        <a:ext cx="1603372" cy="192825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DA58F8-AF91-45C1-B4FA-748D37E73517}">
      <dsp:nvSpPr>
        <dsp:cNvPr id="0" name=""/>
        <dsp:cNvSpPr/>
      </dsp:nvSpPr>
      <dsp:spPr>
        <a:xfrm>
          <a:off x="0" y="178"/>
          <a:ext cx="6457634" cy="1498793"/>
        </a:xfrm>
        <a:prstGeom prst="roundRect">
          <a:avLst/>
        </a:prstGeom>
        <a:gradFill rotWithShape="0">
          <a:gsLst>
            <a:gs pos="0">
              <a:srgbClr val="586EA6">
                <a:hueOff val="0"/>
                <a:satOff val="0"/>
                <a:lumOff val="0"/>
                <a:alphaOff val="0"/>
                <a:tint val="98000"/>
                <a:satMod val="110000"/>
                <a:lumMod val="104000"/>
              </a:srgbClr>
            </a:gs>
            <a:gs pos="69000">
              <a:srgbClr val="586EA6">
                <a:hueOff val="0"/>
                <a:satOff val="0"/>
                <a:lumOff val="0"/>
                <a:alphaOff val="0"/>
                <a:shade val="88000"/>
                <a:satMod val="130000"/>
                <a:lumMod val="92000"/>
              </a:srgbClr>
            </a:gs>
            <a:gs pos="100000">
              <a:srgbClr val="586EA6">
                <a:hueOff val="0"/>
                <a:satOff val="0"/>
                <a:lumOff val="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ysClr val="window" lastClr="FFFFFF"/>
              </a:solidFill>
              <a:latin typeface="+mn-lt"/>
              <a:ea typeface="+mn-ea"/>
              <a:cs typeface="+mn-cs"/>
            </a:rPr>
            <a:t>We have got 81% accuracy by using Random Forest algorithm.</a:t>
          </a:r>
        </a:p>
      </dsp:txBody>
      <dsp:txXfrm>
        <a:off x="73165" y="73343"/>
        <a:ext cx="6311304" cy="1352463"/>
      </dsp:txXfrm>
    </dsp:sp>
    <dsp:sp modelId="{3AEDB818-EEE7-4B8B-8AF0-ED183BB07DE3}">
      <dsp:nvSpPr>
        <dsp:cNvPr id="0" name=""/>
        <dsp:cNvSpPr/>
      </dsp:nvSpPr>
      <dsp:spPr>
        <a:xfrm>
          <a:off x="0" y="1512487"/>
          <a:ext cx="6457634" cy="1498793"/>
        </a:xfrm>
        <a:prstGeom prst="roundRect">
          <a:avLst/>
        </a:prstGeom>
        <a:gradFill rotWithShape="0">
          <a:gsLst>
            <a:gs pos="0">
              <a:srgbClr val="586EA6">
                <a:hueOff val="-842315"/>
                <a:satOff val="-3972"/>
                <a:lumOff val="980"/>
                <a:alphaOff val="0"/>
                <a:tint val="98000"/>
                <a:satMod val="110000"/>
                <a:lumMod val="104000"/>
              </a:srgbClr>
            </a:gs>
            <a:gs pos="69000">
              <a:srgbClr val="586EA6">
                <a:hueOff val="-842315"/>
                <a:satOff val="-3972"/>
                <a:lumOff val="980"/>
                <a:alphaOff val="0"/>
                <a:shade val="88000"/>
                <a:satMod val="130000"/>
                <a:lumMod val="92000"/>
              </a:srgbClr>
            </a:gs>
            <a:gs pos="100000">
              <a:srgbClr val="586EA6">
                <a:hueOff val="-842315"/>
                <a:satOff val="-3972"/>
                <a:lumOff val="98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ysClr val="window" lastClr="FFFFFF"/>
              </a:solidFill>
              <a:latin typeface="+mn-lt"/>
              <a:ea typeface="+mn-ea"/>
              <a:cs typeface="+mn-cs"/>
            </a:rPr>
            <a:t>It can handle data very effectively, whether it is binary, continuous, or categorical.</a:t>
          </a:r>
        </a:p>
      </dsp:txBody>
      <dsp:txXfrm>
        <a:off x="73165" y="1585652"/>
        <a:ext cx="6311304" cy="1352463"/>
      </dsp:txXfrm>
    </dsp:sp>
    <dsp:sp modelId="{E86C0A12-8579-42AF-A843-2CE2F2DB6512}">
      <dsp:nvSpPr>
        <dsp:cNvPr id="0" name=""/>
        <dsp:cNvSpPr/>
      </dsp:nvSpPr>
      <dsp:spPr>
        <a:xfrm>
          <a:off x="0" y="3024795"/>
          <a:ext cx="6457634" cy="1498793"/>
        </a:xfrm>
        <a:prstGeom prst="roundRect">
          <a:avLst/>
        </a:prstGeom>
        <a:gradFill rotWithShape="0">
          <a:gsLst>
            <a:gs pos="0">
              <a:srgbClr val="586EA6">
                <a:hueOff val="-1684631"/>
                <a:satOff val="-7944"/>
                <a:lumOff val="1960"/>
                <a:alphaOff val="0"/>
                <a:tint val="98000"/>
                <a:satMod val="110000"/>
                <a:lumMod val="104000"/>
              </a:srgbClr>
            </a:gs>
            <a:gs pos="69000">
              <a:srgbClr val="586EA6">
                <a:hueOff val="-1684631"/>
                <a:satOff val="-7944"/>
                <a:lumOff val="1960"/>
                <a:alphaOff val="0"/>
                <a:shade val="88000"/>
                <a:satMod val="130000"/>
                <a:lumMod val="92000"/>
              </a:srgbClr>
            </a:gs>
            <a:gs pos="100000">
              <a:srgbClr val="586EA6">
                <a:hueOff val="-1684631"/>
                <a:satOff val="-7944"/>
                <a:lumOff val="1960"/>
                <a:alphaOff val="0"/>
                <a:shade val="78000"/>
                <a:satMod val="130000"/>
                <a:lumMod val="92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ysClr val="window" lastClr="FFFFFF"/>
              </a:solidFill>
              <a:latin typeface="+mn-lt"/>
              <a:ea typeface="+mn-ea"/>
              <a:cs typeface="+mn-cs"/>
            </a:rPr>
            <a:t>One of the finest aspects of the Random Forest is that it can accommodate missing values, making it an excellent solution for anyone who wants to create a model quickly and efficiently.</a:t>
          </a:r>
        </a:p>
        <a:p>
          <a:pPr marL="0" lvl="0" indent="0" algn="l" defTabSz="622300">
            <a:lnSpc>
              <a:spcPct val="90000"/>
            </a:lnSpc>
            <a:spcBef>
              <a:spcPct val="0"/>
            </a:spcBef>
            <a:spcAft>
              <a:spcPct val="35000"/>
            </a:spcAft>
            <a:buNone/>
          </a:pPr>
          <a:endParaRPr lang="en-US" sz="1400" kern="1200" dirty="0">
            <a:solidFill>
              <a:sysClr val="window" lastClr="FFFFFF"/>
            </a:solidFill>
            <a:latin typeface="+mn-lt"/>
            <a:ea typeface="+mn-ea"/>
            <a:cs typeface="+mn-cs"/>
          </a:endParaRPr>
        </a:p>
        <a:p>
          <a:pPr marL="0" lvl="0" indent="0" algn="l" defTabSz="622300">
            <a:lnSpc>
              <a:spcPct val="90000"/>
            </a:lnSpc>
            <a:spcBef>
              <a:spcPct val="0"/>
            </a:spcBef>
            <a:spcAft>
              <a:spcPct val="35000"/>
            </a:spcAft>
            <a:buNone/>
          </a:pPr>
          <a:endParaRPr lang="en-US" sz="1400" kern="1200" dirty="0">
            <a:solidFill>
              <a:sysClr val="window" lastClr="FFFFFF"/>
            </a:solidFill>
            <a:latin typeface="+mn-lt"/>
            <a:ea typeface="+mn-ea"/>
            <a:cs typeface="+mn-cs"/>
          </a:endParaRPr>
        </a:p>
        <a:p>
          <a:pPr marL="0" lvl="0" indent="0" algn="l" defTabSz="622300">
            <a:lnSpc>
              <a:spcPct val="90000"/>
            </a:lnSpc>
            <a:spcBef>
              <a:spcPct val="0"/>
            </a:spcBef>
            <a:spcAft>
              <a:spcPct val="35000"/>
            </a:spcAft>
            <a:buNone/>
          </a:pPr>
          <a:endParaRPr lang="en-US" sz="1400" kern="1200" dirty="0">
            <a:solidFill>
              <a:sysClr val="window" lastClr="FFFFFF"/>
            </a:solidFill>
            <a:latin typeface="+mn-lt"/>
            <a:ea typeface="+mn-ea"/>
            <a:cs typeface="+mn-cs"/>
          </a:endParaRPr>
        </a:p>
      </dsp:txBody>
      <dsp:txXfrm>
        <a:off x="73165" y="3097960"/>
        <a:ext cx="6311304" cy="135246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538FDB-EC4F-4A9B-A878-417E18F79F82}">
      <dsp:nvSpPr>
        <dsp:cNvPr id="0" name=""/>
        <dsp:cNvSpPr/>
      </dsp:nvSpPr>
      <dsp:spPr>
        <a:xfrm>
          <a:off x="1430303" y="14754"/>
          <a:ext cx="1092471" cy="1092471"/>
        </a:xfrm>
        <a:prstGeom prst="ellipse">
          <a:avLst/>
        </a:prstGeom>
        <a:solidFill>
          <a:srgbClr val="DE478E">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2E90FC63-88C4-45C2-852D-508D2D907638}">
      <dsp:nvSpPr>
        <dsp:cNvPr id="0" name=""/>
        <dsp:cNvSpPr/>
      </dsp:nvSpPr>
      <dsp:spPr>
        <a:xfrm>
          <a:off x="1659722" y="244173"/>
          <a:ext cx="633633" cy="6336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342EAF-7216-4269-993C-4422E1C8FC48}">
      <dsp:nvSpPr>
        <dsp:cNvPr id="0" name=""/>
        <dsp:cNvSpPr/>
      </dsp:nvSpPr>
      <dsp:spPr>
        <a:xfrm>
          <a:off x="2623716" y="14754"/>
          <a:ext cx="2841428" cy="1092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mn-lt"/>
              <a:ea typeface="+mn-ea"/>
              <a:cs typeface="+mn-cs"/>
            </a:rPr>
            <a:t>In this predictive module, we have learnt about data modeling, feature extraction and different machine learning algorithms.</a:t>
          </a:r>
        </a:p>
      </dsp:txBody>
      <dsp:txXfrm>
        <a:off x="2623716" y="14754"/>
        <a:ext cx="2841428" cy="1092471"/>
      </dsp:txXfrm>
    </dsp:sp>
    <dsp:sp modelId="{93E6C81D-96C0-4A7E-B830-36CF697E2DCA}">
      <dsp:nvSpPr>
        <dsp:cNvPr id="0" name=""/>
        <dsp:cNvSpPr/>
      </dsp:nvSpPr>
      <dsp:spPr>
        <a:xfrm>
          <a:off x="5913839" y="14754"/>
          <a:ext cx="1092471" cy="1092471"/>
        </a:xfrm>
        <a:prstGeom prst="ellipse">
          <a:avLst/>
        </a:prstGeom>
        <a:solidFill>
          <a:srgbClr val="BC72F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16DF3EFE-DA0A-4F1D-95B3-156FDCA74080}">
      <dsp:nvSpPr>
        <dsp:cNvPr id="0" name=""/>
        <dsp:cNvSpPr/>
      </dsp:nvSpPr>
      <dsp:spPr>
        <a:xfrm>
          <a:off x="6143257" y="244173"/>
          <a:ext cx="633633" cy="6336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E5A07F-E0E9-4577-B863-183FC11663E6}">
      <dsp:nvSpPr>
        <dsp:cNvPr id="0" name=""/>
        <dsp:cNvSpPr/>
      </dsp:nvSpPr>
      <dsp:spPr>
        <a:xfrm>
          <a:off x="7098612" y="14754"/>
          <a:ext cx="2858707" cy="1092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mn-lt"/>
              <a:ea typeface="+mn-ea"/>
              <a:cs typeface="+mn-cs"/>
            </a:rPr>
            <a:t>Additionally, in this case study we have learnt about how to integrate snowflake and python and learned to deal with huge data.</a:t>
          </a:r>
        </a:p>
      </dsp:txBody>
      <dsp:txXfrm>
        <a:off x="7098612" y="14754"/>
        <a:ext cx="2858707" cy="1092471"/>
      </dsp:txXfrm>
    </dsp:sp>
    <dsp:sp modelId="{50D1C26C-AD49-4B16-83D3-2777C94BA977}">
      <dsp:nvSpPr>
        <dsp:cNvPr id="0" name=""/>
        <dsp:cNvSpPr/>
      </dsp:nvSpPr>
      <dsp:spPr>
        <a:xfrm>
          <a:off x="1430303" y="1959009"/>
          <a:ext cx="1092471" cy="1092471"/>
        </a:xfrm>
        <a:prstGeom prst="ellipse">
          <a:avLst/>
        </a:prstGeom>
        <a:solidFill>
          <a:srgbClr val="795FAF">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3DCF38F5-FB2B-49AC-A82C-B9447BEBCB58}">
      <dsp:nvSpPr>
        <dsp:cNvPr id="0" name=""/>
        <dsp:cNvSpPr/>
      </dsp:nvSpPr>
      <dsp:spPr>
        <a:xfrm>
          <a:off x="1659722" y="2188428"/>
          <a:ext cx="633633" cy="6336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C053CC-991B-4E2D-B29D-B0E12CF4A795}">
      <dsp:nvSpPr>
        <dsp:cNvPr id="0" name=""/>
        <dsp:cNvSpPr/>
      </dsp:nvSpPr>
      <dsp:spPr>
        <a:xfrm>
          <a:off x="2593703" y="1959009"/>
          <a:ext cx="2901454" cy="1092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mn-lt"/>
              <a:ea typeface="+mn-ea"/>
              <a:cs typeface="+mn-cs"/>
            </a:rPr>
            <a:t>We have gained knowledge about different statistical techniques used in feature engineering to extract the most relevant features from the data.</a:t>
          </a:r>
        </a:p>
      </dsp:txBody>
      <dsp:txXfrm>
        <a:off x="2593703" y="1959009"/>
        <a:ext cx="2901454" cy="1092471"/>
      </dsp:txXfrm>
    </dsp:sp>
    <dsp:sp modelId="{F58503CE-2694-4958-A6CC-6D714D719BED}">
      <dsp:nvSpPr>
        <dsp:cNvPr id="0" name=""/>
        <dsp:cNvSpPr/>
      </dsp:nvSpPr>
      <dsp:spPr>
        <a:xfrm>
          <a:off x="5943851" y="1959009"/>
          <a:ext cx="1092471" cy="1092471"/>
        </a:xfrm>
        <a:prstGeom prst="ellipse">
          <a:avLst/>
        </a:prstGeom>
        <a:solidFill>
          <a:srgbClr val="586EA6">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CC2DF5BA-2717-44F9-AE6F-11023342FA87}">
      <dsp:nvSpPr>
        <dsp:cNvPr id="0" name=""/>
        <dsp:cNvSpPr/>
      </dsp:nvSpPr>
      <dsp:spPr>
        <a:xfrm>
          <a:off x="6173270" y="2188428"/>
          <a:ext cx="633633" cy="63363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5A0F50-7FFC-4D92-B421-0C2AF0428A63}">
      <dsp:nvSpPr>
        <dsp:cNvPr id="0" name=""/>
        <dsp:cNvSpPr/>
      </dsp:nvSpPr>
      <dsp:spPr>
        <a:xfrm>
          <a:off x="7097286" y="1959009"/>
          <a:ext cx="2921385" cy="1092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mn-lt"/>
              <a:ea typeface="+mn-ea"/>
              <a:cs typeface="+mn-cs"/>
            </a:rPr>
            <a:t>Incidents are the key metrics to improve the project efficiency and customer satisfaction for any support project. Hence predicting the estimated resolution time for incidents will help us to better mange the SLA and improve the resolution time for the incidents in future.</a:t>
          </a:r>
        </a:p>
      </dsp:txBody>
      <dsp:txXfrm>
        <a:off x="7097286" y="1959009"/>
        <a:ext cx="2921385" cy="1092471"/>
      </dsp:txXfrm>
    </dsp:sp>
    <dsp:sp modelId="{54C6A3D1-6F88-4D2E-98D6-AEE54477DC04}">
      <dsp:nvSpPr>
        <dsp:cNvPr id="0" name=""/>
        <dsp:cNvSpPr/>
      </dsp:nvSpPr>
      <dsp:spPr>
        <a:xfrm>
          <a:off x="1430303" y="3903263"/>
          <a:ext cx="1092471" cy="1092471"/>
        </a:xfrm>
        <a:prstGeom prst="ellipse">
          <a:avLst/>
        </a:prstGeom>
        <a:solidFill>
          <a:srgbClr val="6892A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1711EE13-8E3E-46A0-9FD0-963C686E899B}">
      <dsp:nvSpPr>
        <dsp:cNvPr id="0" name=""/>
        <dsp:cNvSpPr/>
      </dsp:nvSpPr>
      <dsp:spPr>
        <a:xfrm>
          <a:off x="1659722" y="4132682"/>
          <a:ext cx="633633" cy="63363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B3C84F-3E33-48F7-BFC3-EFB63E8ED59F}">
      <dsp:nvSpPr>
        <dsp:cNvPr id="0" name=""/>
        <dsp:cNvSpPr/>
      </dsp:nvSpPr>
      <dsp:spPr>
        <a:xfrm>
          <a:off x="2612437" y="3903263"/>
          <a:ext cx="2863986" cy="1092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mn-lt"/>
              <a:ea typeface="+mn-ea"/>
              <a:cs typeface="+mn-cs"/>
            </a:rPr>
            <a:t>By continuously refining and optimizing the predictive model, can unlock valuable insights and make data-driven decisions that drive better results.</a:t>
          </a:r>
        </a:p>
      </dsp:txBody>
      <dsp:txXfrm>
        <a:off x="2612437" y="3903263"/>
        <a:ext cx="2863986" cy="1092471"/>
      </dsp:txXfrm>
    </dsp:sp>
    <dsp:sp modelId="{2B64027D-2DD5-4D49-8704-299A743F4383}">
      <dsp:nvSpPr>
        <dsp:cNvPr id="0" name=""/>
        <dsp:cNvSpPr/>
      </dsp:nvSpPr>
      <dsp:spPr>
        <a:xfrm>
          <a:off x="5925118" y="3903263"/>
          <a:ext cx="1092471" cy="1092471"/>
        </a:xfrm>
        <a:prstGeom prst="ellipse">
          <a:avLst/>
        </a:prstGeom>
        <a:solidFill>
          <a:srgbClr val="DE478E">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849343A6-725A-402F-B358-C4716737C19F}">
      <dsp:nvSpPr>
        <dsp:cNvPr id="0" name=""/>
        <dsp:cNvSpPr/>
      </dsp:nvSpPr>
      <dsp:spPr>
        <a:xfrm>
          <a:off x="6154536" y="4132682"/>
          <a:ext cx="633633" cy="63363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24FAD-96CF-4997-95A2-CFA78D46C61A}">
      <dsp:nvSpPr>
        <dsp:cNvPr id="0" name=""/>
        <dsp:cNvSpPr/>
      </dsp:nvSpPr>
      <dsp:spPr>
        <a:xfrm>
          <a:off x="7083123" y="3903263"/>
          <a:ext cx="2912244" cy="1092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3340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mn-lt"/>
              <a:ea typeface="+mn-ea"/>
              <a:cs typeface="+mn-cs"/>
            </a:rPr>
            <a:t>We can automate the process of updating the predictive model to incorporate new data as it becomes available. This can be achieved using online learning algorithms, which update the model in real-time as new data is fed into the system.</a:t>
          </a:r>
        </a:p>
      </dsp:txBody>
      <dsp:txXfrm>
        <a:off x="7083123" y="3903263"/>
        <a:ext cx="2912244" cy="1092471"/>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FE5A76-C01F-4BC9-88F3-398B036E3D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978A5B3-1817-426C-9FE1-7C805AB7B5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65F293-8627-45D3-8E1A-F6ADA80B8E24}" type="datetimeFigureOut">
              <a:rPr lang="en-US" smtClean="0"/>
              <a:t>4/3/2023</a:t>
            </a:fld>
            <a:endParaRPr lang="en-US"/>
          </a:p>
        </p:txBody>
      </p:sp>
      <p:sp>
        <p:nvSpPr>
          <p:cNvPr id="4" name="Footer Placeholder 3">
            <a:extLst>
              <a:ext uri="{FF2B5EF4-FFF2-40B4-BE49-F238E27FC236}">
                <a16:creationId xmlns:a16="http://schemas.microsoft.com/office/drawing/2014/main" id="{3A430698-86D0-4ED7-BA12-B188B70018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F18B094-49A8-4C1A-89B2-A2DD3D782F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9A553-0509-4CFD-AE32-30968D1E42ED}" type="slidenum">
              <a:rPr lang="en-US" smtClean="0"/>
              <a:t>‹#›</a:t>
            </a:fld>
            <a:endParaRPr lang="en-US"/>
          </a:p>
        </p:txBody>
      </p:sp>
    </p:spTree>
    <p:extLst>
      <p:ext uri="{BB962C8B-B14F-4D97-AF65-F5344CB8AC3E}">
        <p14:creationId xmlns:p14="http://schemas.microsoft.com/office/powerpoint/2010/main" val="35205579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509F1D-83B7-43AF-A495-3D2B1AB5AEA1}" type="datetimeFigureOut">
              <a:rPr lang="fr-FR" smtClean="0"/>
              <a:t>03/04/2023</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E40836-DCE2-43E5-BC89-B27048B0D18C}" type="slidenum">
              <a:rPr lang="fr-FR" smtClean="0"/>
              <a:t>‹#›</a:t>
            </a:fld>
            <a:endParaRPr lang="fr-FR"/>
          </a:p>
        </p:txBody>
      </p:sp>
    </p:spTree>
    <p:extLst>
      <p:ext uri="{BB962C8B-B14F-4D97-AF65-F5344CB8AC3E}">
        <p14:creationId xmlns:p14="http://schemas.microsoft.com/office/powerpoint/2010/main" val="81947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0F0E9A1-B6DE-4168-B5A1-8DD9A175CDC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4322" cy="6858000"/>
          </a:xfrm>
          <a:prstGeom prst="rect">
            <a:avLst/>
          </a:prstGeom>
        </p:spPr>
      </p:pic>
      <p:sp>
        <p:nvSpPr>
          <p:cNvPr id="3" name="Subtitle 2">
            <a:extLst>
              <a:ext uri="{FF2B5EF4-FFF2-40B4-BE49-F238E27FC236}">
                <a16:creationId xmlns:a16="http://schemas.microsoft.com/office/drawing/2014/main" id="{F424BBA8-8B40-48D2-944C-09BAE91D374F}"/>
              </a:ext>
            </a:extLst>
          </p:cNvPr>
          <p:cNvSpPr>
            <a:spLocks noGrp="1"/>
          </p:cNvSpPr>
          <p:nvPr>
            <p:ph type="subTitle" idx="1" hasCustomPrompt="1"/>
          </p:nvPr>
        </p:nvSpPr>
        <p:spPr>
          <a:xfrm>
            <a:off x="532334" y="4544698"/>
            <a:ext cx="6259003" cy="1655762"/>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851B38EA-93F4-4AE2-A67B-F3B4600DBC36}"/>
              </a:ext>
            </a:extLst>
          </p:cNvPr>
          <p:cNvSpPr>
            <a:spLocks noGrp="1"/>
          </p:cNvSpPr>
          <p:nvPr>
            <p:ph type="dt" sz="half" idx="10"/>
          </p:nvPr>
        </p:nvSpPr>
        <p:spPr>
          <a:xfrm>
            <a:off x="556639" y="6356350"/>
            <a:ext cx="2743200" cy="365125"/>
          </a:xfrm>
          <a:prstGeom prst="rect">
            <a:avLst/>
          </a:prstGeom>
        </p:spPr>
        <p:txBody>
          <a:bodyPr/>
          <a:lstStyle>
            <a:lvl1pPr>
              <a:defRPr>
                <a:solidFill>
                  <a:schemeClr val="bg1"/>
                </a:solidFill>
              </a:defRPr>
            </a:lvl1pPr>
          </a:lstStyle>
          <a:p>
            <a:endParaRPr lang="en-US" dirty="0"/>
          </a:p>
        </p:txBody>
      </p:sp>
      <p:sp>
        <p:nvSpPr>
          <p:cNvPr id="24" name="Text Placeholder 22">
            <a:extLst>
              <a:ext uri="{FF2B5EF4-FFF2-40B4-BE49-F238E27FC236}">
                <a16:creationId xmlns:a16="http://schemas.microsoft.com/office/drawing/2014/main" id="{2C65561A-2CFC-4A8B-9C60-BCE32A0B5358}"/>
              </a:ext>
            </a:extLst>
          </p:cNvPr>
          <p:cNvSpPr>
            <a:spLocks noGrp="1"/>
          </p:cNvSpPr>
          <p:nvPr>
            <p:ph type="body" sz="quarter" idx="12" hasCustomPrompt="1"/>
          </p:nvPr>
        </p:nvSpPr>
        <p:spPr>
          <a:xfrm>
            <a:off x="539615" y="3716073"/>
            <a:ext cx="10525125" cy="1201738"/>
          </a:xfrm>
          <a:prstGeom prst="rect">
            <a:avLst/>
          </a:prstGeom>
        </p:spPr>
        <p:txBody>
          <a:bodyPr/>
          <a:lstStyle>
            <a:lvl1pPr marL="0" indent="0">
              <a:buFontTx/>
              <a:buNone/>
              <a:defRPr sz="4400" b="1">
                <a:solidFill>
                  <a:schemeClr val="bg1"/>
                </a:solidFill>
                <a:latin typeface="Arial" panose="020B0604020202020204" pitchFamily="34" charset="0"/>
                <a:cs typeface="Arial" panose="020B0604020202020204" pitchFamily="34" charset="0"/>
              </a:defRPr>
            </a:lvl1pPr>
            <a:lvl2pPr marL="457200" indent="0">
              <a:buFontTx/>
              <a:buNone/>
              <a:defRPr sz="4400">
                <a:latin typeface="Arial" panose="020B0604020202020204" pitchFamily="34" charset="0"/>
                <a:cs typeface="Arial" panose="020B0604020202020204" pitchFamily="34" charset="0"/>
              </a:defRPr>
            </a:lvl2pPr>
            <a:lvl3pPr marL="914400" indent="0">
              <a:buFontTx/>
              <a:buNone/>
              <a:defRPr sz="4400">
                <a:latin typeface="Arial" panose="020B0604020202020204" pitchFamily="34" charset="0"/>
                <a:cs typeface="Arial" panose="020B0604020202020204" pitchFamily="34" charset="0"/>
              </a:defRPr>
            </a:lvl3pPr>
            <a:lvl4pPr marL="1371600" indent="0">
              <a:buFontTx/>
              <a:buNone/>
              <a:defRPr sz="4400">
                <a:latin typeface="Arial" panose="020B0604020202020204" pitchFamily="34" charset="0"/>
                <a:cs typeface="Arial" panose="020B0604020202020204" pitchFamily="34" charset="0"/>
              </a:defRPr>
            </a:lvl4pPr>
            <a:lvl5pPr marL="1828800" indent="0">
              <a:buFontTx/>
              <a:buNone/>
              <a:defRPr sz="4400">
                <a:latin typeface="Arial" panose="020B0604020202020204" pitchFamily="34" charset="0"/>
                <a:cs typeface="Arial" panose="020B0604020202020204" pitchFamily="34" charset="0"/>
              </a:defRPr>
            </a:lvl5pPr>
          </a:lstStyle>
          <a:p>
            <a:pPr lvl="0"/>
            <a:r>
              <a:rPr lang="en-US" dirty="0"/>
              <a:t>Click To Edit Master Text Styles</a:t>
            </a:r>
          </a:p>
        </p:txBody>
      </p:sp>
      <p:grpSp>
        <p:nvGrpSpPr>
          <p:cNvPr id="7" name="Group 6">
            <a:extLst>
              <a:ext uri="{FF2B5EF4-FFF2-40B4-BE49-F238E27FC236}">
                <a16:creationId xmlns:a16="http://schemas.microsoft.com/office/drawing/2014/main" id="{C45ED35D-2033-4D06-A960-F501039EB620}"/>
              </a:ext>
            </a:extLst>
          </p:cNvPr>
          <p:cNvGrpSpPr/>
          <p:nvPr userDrawn="1"/>
        </p:nvGrpSpPr>
        <p:grpSpPr>
          <a:xfrm>
            <a:off x="667246" y="786655"/>
            <a:ext cx="1903700" cy="594469"/>
            <a:chOff x="-1341375" y="2360931"/>
            <a:chExt cx="1059076" cy="330718"/>
          </a:xfrm>
        </p:grpSpPr>
        <p:pic>
          <p:nvPicPr>
            <p:cNvPr id="8" name="Graphic 7">
              <a:extLst>
                <a:ext uri="{FF2B5EF4-FFF2-40B4-BE49-F238E27FC236}">
                  <a16:creationId xmlns:a16="http://schemas.microsoft.com/office/drawing/2014/main" id="{BC09FDE2-AE7C-485C-ADFC-AC10B7828CC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21960"/>
            <a:stretch/>
          </p:blipFill>
          <p:spPr>
            <a:xfrm>
              <a:off x="-1108801" y="2360931"/>
              <a:ext cx="826502" cy="330718"/>
            </a:xfrm>
            <a:prstGeom prst="rect">
              <a:avLst/>
            </a:prstGeom>
          </p:spPr>
        </p:pic>
        <p:pic>
          <p:nvPicPr>
            <p:cNvPr id="10" name="Graphic 9">
              <a:extLst>
                <a:ext uri="{FF2B5EF4-FFF2-40B4-BE49-F238E27FC236}">
                  <a16:creationId xmlns:a16="http://schemas.microsoft.com/office/drawing/2014/main" id="{CC0F8E41-253E-41DF-8E38-8F20042CF502}"/>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r="78849"/>
            <a:stretch/>
          </p:blipFill>
          <p:spPr>
            <a:xfrm>
              <a:off x="-1341375" y="2360931"/>
              <a:ext cx="224001" cy="330718"/>
            </a:xfrm>
            <a:prstGeom prst="rect">
              <a:avLst/>
            </a:prstGeom>
          </p:spPr>
        </p:pic>
      </p:grpSp>
    </p:spTree>
    <p:extLst>
      <p:ext uri="{BB962C8B-B14F-4D97-AF65-F5344CB8AC3E}">
        <p14:creationId xmlns:p14="http://schemas.microsoft.com/office/powerpoint/2010/main" val="5252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4" name="Text Placeholder 14">
            <a:extLst>
              <a:ext uri="{FF2B5EF4-FFF2-40B4-BE49-F238E27FC236}">
                <a16:creationId xmlns:a16="http://schemas.microsoft.com/office/drawing/2014/main" id="{520C87E0-F87D-EE4C-8EFF-F40E61AA50AF}"/>
              </a:ext>
            </a:extLst>
          </p:cNvPr>
          <p:cNvSpPr>
            <a:spLocks noGrp="1"/>
          </p:cNvSpPr>
          <p:nvPr>
            <p:ph type="body" sz="quarter" idx="14"/>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9" name="Title 1">
            <a:extLst>
              <a:ext uri="{FF2B5EF4-FFF2-40B4-BE49-F238E27FC236}">
                <a16:creationId xmlns:a16="http://schemas.microsoft.com/office/drawing/2014/main" id="{EDF58536-9141-3F4B-8982-16C75D9129DE}"/>
              </a:ext>
            </a:extLst>
          </p:cNvPr>
          <p:cNvSpPr>
            <a:spLocks noGrp="1"/>
          </p:cNvSpPr>
          <p:nvPr>
            <p:ph type="title" hasCustomPrompt="1"/>
          </p:nvPr>
        </p:nvSpPr>
        <p:spPr>
          <a:xfrm>
            <a:off x="463550"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136E3703-E07A-42E3-B578-C8CADCDE0E89}"/>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C6D44476-C256-492F-B4D6-1B81ABF13B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22025" y="6313244"/>
            <a:ext cx="1059076" cy="330718"/>
          </a:xfrm>
          <a:prstGeom prst="rect">
            <a:avLst/>
          </a:prstGeom>
        </p:spPr>
      </p:pic>
      <p:sp>
        <p:nvSpPr>
          <p:cNvPr id="14" name="Slide Number Placeholder 6">
            <a:extLst>
              <a:ext uri="{FF2B5EF4-FFF2-40B4-BE49-F238E27FC236}">
                <a16:creationId xmlns:a16="http://schemas.microsoft.com/office/drawing/2014/main" id="{8557D49C-6CE5-40CD-BC10-0299D651B347}"/>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3617243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Content">
    <p:spTree>
      <p:nvGrpSpPr>
        <p:cNvPr id="1" name=""/>
        <p:cNvGrpSpPr/>
        <p:nvPr/>
      </p:nvGrpSpPr>
      <p:grpSpPr>
        <a:xfrm>
          <a:off x="0" y="0"/>
          <a:ext cx="0" cy="0"/>
          <a:chOff x="0" y="0"/>
          <a:chExt cx="0" cy="0"/>
        </a:xfrm>
      </p:grpSpPr>
      <p:sp>
        <p:nvSpPr>
          <p:cNvPr id="4" name="Text Placeholder 14">
            <a:extLst>
              <a:ext uri="{FF2B5EF4-FFF2-40B4-BE49-F238E27FC236}">
                <a16:creationId xmlns:a16="http://schemas.microsoft.com/office/drawing/2014/main" id="{520C87E0-F87D-EE4C-8EFF-F40E61AA50AF}"/>
              </a:ext>
            </a:extLst>
          </p:cNvPr>
          <p:cNvSpPr>
            <a:spLocks noGrp="1"/>
          </p:cNvSpPr>
          <p:nvPr>
            <p:ph type="body" sz="quarter" idx="14"/>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9" name="Title 1">
            <a:extLst>
              <a:ext uri="{FF2B5EF4-FFF2-40B4-BE49-F238E27FC236}">
                <a16:creationId xmlns:a16="http://schemas.microsoft.com/office/drawing/2014/main" id="{EDF58536-9141-3F4B-8982-16C75D9129DE}"/>
              </a:ext>
            </a:extLst>
          </p:cNvPr>
          <p:cNvSpPr>
            <a:spLocks noGrp="1"/>
          </p:cNvSpPr>
          <p:nvPr>
            <p:ph type="title" hasCustomPrompt="1"/>
          </p:nvPr>
        </p:nvSpPr>
        <p:spPr>
          <a:xfrm>
            <a:off x="463550"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6CDCAA10-24E4-4878-9FD1-7E1C15708AA4}"/>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CB14A226-019D-4AE3-BEB3-580AC6BC822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22025" y="6313244"/>
            <a:ext cx="1059076" cy="330718"/>
          </a:xfrm>
          <a:prstGeom prst="rect">
            <a:avLst/>
          </a:prstGeom>
        </p:spPr>
      </p:pic>
      <p:sp>
        <p:nvSpPr>
          <p:cNvPr id="12" name="Slide Number Placeholder 6">
            <a:extLst>
              <a:ext uri="{FF2B5EF4-FFF2-40B4-BE49-F238E27FC236}">
                <a16:creationId xmlns:a16="http://schemas.microsoft.com/office/drawing/2014/main" id="{DFD564CF-E82C-4982-9D70-AA731293D5B5}"/>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1655558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052915-8A36-4DED-A9A2-2E2D0A9A39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92" y="0"/>
            <a:ext cx="12167616" cy="6858000"/>
          </a:xfrm>
          <a:prstGeom prst="rect">
            <a:avLst/>
          </a:prstGeom>
        </p:spPr>
      </p:pic>
      <p:sp>
        <p:nvSpPr>
          <p:cNvPr id="33" name="Rectangle 32">
            <a:extLst>
              <a:ext uri="{FF2B5EF4-FFF2-40B4-BE49-F238E27FC236}">
                <a16:creationId xmlns:a16="http://schemas.microsoft.com/office/drawing/2014/main" id="{C1D2BAA8-F933-4BD0-9B21-54CF3421868E}"/>
              </a:ext>
            </a:extLst>
          </p:cNvPr>
          <p:cNvSpPr/>
          <p:nvPr userDrawn="1"/>
        </p:nvSpPr>
        <p:spPr>
          <a:xfrm>
            <a:off x="0" y="4712677"/>
            <a:ext cx="12192000" cy="21453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6" name="Picture 5">
            <a:extLst>
              <a:ext uri="{FF2B5EF4-FFF2-40B4-BE49-F238E27FC236}">
                <a16:creationId xmlns:a16="http://schemas.microsoft.com/office/drawing/2014/main" id="{CE02DE59-679E-47F9-BE8C-774CAE105C2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5400"/>
          <a:stretch/>
        </p:blipFill>
        <p:spPr>
          <a:xfrm>
            <a:off x="-1" y="8790"/>
            <a:ext cx="12192001" cy="4703886"/>
          </a:xfrm>
          <a:prstGeom prst="rect">
            <a:avLst/>
          </a:prstGeom>
        </p:spPr>
      </p:pic>
      <p:sp>
        <p:nvSpPr>
          <p:cNvPr id="7" name="Rectangle 6">
            <a:extLst>
              <a:ext uri="{FF2B5EF4-FFF2-40B4-BE49-F238E27FC236}">
                <a16:creationId xmlns:a16="http://schemas.microsoft.com/office/drawing/2014/main" id="{38EF4414-5723-465C-B9A9-EB1133424EAF}"/>
              </a:ext>
            </a:extLst>
          </p:cNvPr>
          <p:cNvSpPr/>
          <p:nvPr userDrawn="1"/>
        </p:nvSpPr>
        <p:spPr>
          <a:xfrm>
            <a:off x="12192" y="438776"/>
            <a:ext cx="12179808" cy="4712677"/>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n>
                <a:noFill/>
              </a:ln>
            </a:endParaRPr>
          </a:p>
        </p:txBody>
      </p:sp>
      <p:sp>
        <p:nvSpPr>
          <p:cNvPr id="13" name="Text Placeholder 22">
            <a:extLst>
              <a:ext uri="{FF2B5EF4-FFF2-40B4-BE49-F238E27FC236}">
                <a16:creationId xmlns:a16="http://schemas.microsoft.com/office/drawing/2014/main" id="{1DF54627-6FE3-4F02-BEE6-224D46E4FBB6}"/>
              </a:ext>
            </a:extLst>
          </p:cNvPr>
          <p:cNvSpPr>
            <a:spLocks noGrp="1"/>
          </p:cNvSpPr>
          <p:nvPr userDrawn="1">
            <p:ph type="body" sz="quarter" idx="12" hasCustomPrompt="1"/>
          </p:nvPr>
        </p:nvSpPr>
        <p:spPr>
          <a:xfrm>
            <a:off x="398156" y="3270882"/>
            <a:ext cx="11562786" cy="1424148"/>
          </a:xfrm>
          <a:prstGeom prst="rect">
            <a:avLst/>
          </a:prstGeom>
        </p:spPr>
        <p:txBody>
          <a:bodyPr/>
          <a:lstStyle>
            <a:lvl1pPr marL="0" indent="0">
              <a:lnSpc>
                <a:spcPct val="100000"/>
              </a:lnSpc>
              <a:buFontTx/>
              <a:buNone/>
              <a:defRPr sz="4400" b="1">
                <a:solidFill>
                  <a:schemeClr val="bg1"/>
                </a:solidFill>
                <a:latin typeface="Arial" panose="020B0604020202020204" pitchFamily="34" charset="0"/>
                <a:cs typeface="Arial" panose="020B0604020202020204" pitchFamily="34" charset="0"/>
              </a:defRPr>
            </a:lvl1pPr>
            <a:lvl2pPr marL="457200" indent="0">
              <a:buFontTx/>
              <a:buNone/>
              <a:defRPr sz="4400">
                <a:latin typeface="Arial" panose="020B0604020202020204" pitchFamily="34" charset="0"/>
                <a:cs typeface="Arial" panose="020B0604020202020204" pitchFamily="34" charset="0"/>
              </a:defRPr>
            </a:lvl2pPr>
            <a:lvl3pPr marL="914400" indent="0">
              <a:buFontTx/>
              <a:buNone/>
              <a:defRPr sz="4400">
                <a:latin typeface="Arial" panose="020B0604020202020204" pitchFamily="34" charset="0"/>
                <a:cs typeface="Arial" panose="020B0604020202020204" pitchFamily="34" charset="0"/>
              </a:defRPr>
            </a:lvl3pPr>
            <a:lvl4pPr marL="1371600" indent="0">
              <a:buFontTx/>
              <a:buNone/>
              <a:defRPr sz="4400">
                <a:latin typeface="Arial" panose="020B0604020202020204" pitchFamily="34" charset="0"/>
                <a:cs typeface="Arial" panose="020B0604020202020204" pitchFamily="34" charset="0"/>
              </a:defRPr>
            </a:lvl4pPr>
            <a:lvl5pPr marL="1828800" indent="0">
              <a:buFontTx/>
              <a:buNone/>
              <a:defRPr sz="4400">
                <a:latin typeface="Arial" panose="020B0604020202020204" pitchFamily="34" charset="0"/>
                <a:cs typeface="Arial" panose="020B0604020202020204" pitchFamily="34" charset="0"/>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1CEBA9AB-DA51-4E42-BD7D-611F0F485B5C}"/>
              </a:ext>
            </a:extLst>
          </p:cNvPr>
          <p:cNvCxnSpPr>
            <a:cxnSpLocks/>
          </p:cNvCxnSpPr>
          <p:nvPr userDrawn="1"/>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D0A23A50-1F24-4E6C-B9DD-E9C7F079E4D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22025" y="6313244"/>
            <a:ext cx="1059076" cy="330718"/>
          </a:xfrm>
          <a:prstGeom prst="rect">
            <a:avLst/>
          </a:prstGeom>
        </p:spPr>
      </p:pic>
    </p:spTree>
    <p:extLst>
      <p:ext uri="{BB962C8B-B14F-4D97-AF65-F5344CB8AC3E}">
        <p14:creationId xmlns:p14="http://schemas.microsoft.com/office/powerpoint/2010/main" val="1258613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ontent_2">
    <p:spTree>
      <p:nvGrpSpPr>
        <p:cNvPr id="1" name=""/>
        <p:cNvGrpSpPr/>
        <p:nvPr/>
      </p:nvGrpSpPr>
      <p:grpSpPr>
        <a:xfrm>
          <a:off x="0" y="0"/>
          <a:ext cx="0" cy="0"/>
          <a:chOff x="0" y="0"/>
          <a:chExt cx="0" cy="0"/>
        </a:xfrm>
      </p:grpSpPr>
      <p:sp>
        <p:nvSpPr>
          <p:cNvPr id="18" name="Text Placeholder 14">
            <a:extLst>
              <a:ext uri="{FF2B5EF4-FFF2-40B4-BE49-F238E27FC236}">
                <a16:creationId xmlns:a16="http://schemas.microsoft.com/office/drawing/2014/main" id="{4C1D2502-6D0F-4202-A00D-CDC24D888BF1}"/>
              </a:ext>
            </a:extLst>
          </p:cNvPr>
          <p:cNvSpPr>
            <a:spLocks noGrp="1"/>
          </p:cNvSpPr>
          <p:nvPr>
            <p:ph type="body" sz="quarter" idx="13"/>
          </p:nvPr>
        </p:nvSpPr>
        <p:spPr>
          <a:xfrm>
            <a:off x="463550" y="2155178"/>
            <a:ext cx="11260279" cy="544252"/>
          </a:xfrm>
          <a:prstGeom prst="rect">
            <a:avLst/>
          </a:prstGeom>
        </p:spPr>
        <p:txBody>
          <a:bodyPr/>
          <a:lstStyle>
            <a:lvl1pPr marL="2286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1pPr>
            <a:lvl2pPr marL="6858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dirty="0"/>
              <a:t>Click to edit Master text styles</a:t>
            </a:r>
          </a:p>
          <a:p>
            <a:pPr lvl="1"/>
            <a:r>
              <a:rPr lang="en-US" dirty="0"/>
              <a:t>Second level</a:t>
            </a:r>
          </a:p>
        </p:txBody>
      </p:sp>
      <p:sp>
        <p:nvSpPr>
          <p:cNvPr id="12" name="Text Placeholder 14">
            <a:extLst>
              <a:ext uri="{FF2B5EF4-FFF2-40B4-BE49-F238E27FC236}">
                <a16:creationId xmlns:a16="http://schemas.microsoft.com/office/drawing/2014/main" id="{9F60A7A5-DBE1-4100-B28C-BC6B35FB3AD6}"/>
              </a:ext>
            </a:extLst>
          </p:cNvPr>
          <p:cNvSpPr>
            <a:spLocks noGrp="1"/>
          </p:cNvSpPr>
          <p:nvPr>
            <p:ph type="body" sz="quarter" idx="14"/>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21" name="Title 1">
            <a:extLst>
              <a:ext uri="{FF2B5EF4-FFF2-40B4-BE49-F238E27FC236}">
                <a16:creationId xmlns:a16="http://schemas.microsoft.com/office/drawing/2014/main" id="{1C4BE21B-C38B-4A0F-9DC7-142BCF974732}"/>
              </a:ext>
            </a:extLst>
          </p:cNvPr>
          <p:cNvSpPr>
            <a:spLocks noGrp="1"/>
          </p:cNvSpPr>
          <p:nvPr>
            <p:ph type="title" hasCustomPrompt="1"/>
          </p:nvPr>
        </p:nvSpPr>
        <p:spPr>
          <a:xfrm>
            <a:off x="463550"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cxnSp>
        <p:nvCxnSpPr>
          <p:cNvPr id="13" name="Straight Connector 12">
            <a:extLst>
              <a:ext uri="{FF2B5EF4-FFF2-40B4-BE49-F238E27FC236}">
                <a16:creationId xmlns:a16="http://schemas.microsoft.com/office/drawing/2014/main" id="{EE40B0ED-A9F2-4C94-98FF-924299A8C3C0}"/>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F2D4330B-72BA-4E47-9EB9-D1419926F8C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22025" y="6313244"/>
            <a:ext cx="1059076" cy="330718"/>
          </a:xfrm>
          <a:prstGeom prst="rect">
            <a:avLst/>
          </a:prstGeom>
        </p:spPr>
      </p:pic>
      <p:sp>
        <p:nvSpPr>
          <p:cNvPr id="16" name="Slide Number Placeholder 6">
            <a:extLst>
              <a:ext uri="{FF2B5EF4-FFF2-40B4-BE49-F238E27FC236}">
                <a16:creationId xmlns:a16="http://schemas.microsoft.com/office/drawing/2014/main" id="{B457AA67-0DAE-4E8A-B03D-DBE56C87C684}"/>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35517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2 Column+2 subheadings">
    <p:spTree>
      <p:nvGrpSpPr>
        <p:cNvPr id="1" name=""/>
        <p:cNvGrpSpPr/>
        <p:nvPr/>
      </p:nvGrpSpPr>
      <p:grpSpPr>
        <a:xfrm>
          <a:off x="0" y="0"/>
          <a:ext cx="0" cy="0"/>
          <a:chOff x="0" y="0"/>
          <a:chExt cx="0" cy="0"/>
        </a:xfrm>
      </p:grpSpPr>
      <p:sp>
        <p:nvSpPr>
          <p:cNvPr id="26" name="Text Placeholder 14">
            <a:extLst>
              <a:ext uri="{FF2B5EF4-FFF2-40B4-BE49-F238E27FC236}">
                <a16:creationId xmlns:a16="http://schemas.microsoft.com/office/drawing/2014/main" id="{C6D2406A-2722-4EF1-820F-8707F8A90F48}"/>
              </a:ext>
            </a:extLst>
          </p:cNvPr>
          <p:cNvSpPr>
            <a:spLocks noGrp="1"/>
          </p:cNvSpPr>
          <p:nvPr>
            <p:ph type="body" sz="quarter" idx="13"/>
          </p:nvPr>
        </p:nvSpPr>
        <p:spPr>
          <a:xfrm>
            <a:off x="6193791" y="2155178"/>
            <a:ext cx="5530038" cy="3156001"/>
          </a:xfrm>
          <a:prstGeom prst="rect">
            <a:avLst/>
          </a:prstGeom>
        </p:spPr>
        <p:txBody>
          <a:bodyPr/>
          <a:lstStyle>
            <a:lvl1pPr marL="2286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1pPr>
            <a:lvl2pPr marL="6858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p:txBody>
      </p:sp>
      <p:sp>
        <p:nvSpPr>
          <p:cNvPr id="16" name="Text Placeholder 14">
            <a:extLst>
              <a:ext uri="{FF2B5EF4-FFF2-40B4-BE49-F238E27FC236}">
                <a16:creationId xmlns:a16="http://schemas.microsoft.com/office/drawing/2014/main" id="{8D9C4735-58C7-4EEA-B73F-615981BB8E4D}"/>
              </a:ext>
            </a:extLst>
          </p:cNvPr>
          <p:cNvSpPr>
            <a:spLocks noGrp="1"/>
          </p:cNvSpPr>
          <p:nvPr>
            <p:ph type="body" sz="quarter" idx="19"/>
          </p:nvPr>
        </p:nvSpPr>
        <p:spPr>
          <a:xfrm>
            <a:off x="465861" y="2155178"/>
            <a:ext cx="5630140" cy="3156001"/>
          </a:xfrm>
          <a:prstGeom prst="rect">
            <a:avLst/>
          </a:prstGeom>
        </p:spPr>
        <p:txBody>
          <a:bodyPr/>
          <a:lstStyle>
            <a:lvl1pPr marL="2286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1pPr>
            <a:lvl2pPr marL="6858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p:txBody>
      </p:sp>
      <p:sp>
        <p:nvSpPr>
          <p:cNvPr id="27" name="Text Placeholder 14">
            <a:extLst>
              <a:ext uri="{FF2B5EF4-FFF2-40B4-BE49-F238E27FC236}">
                <a16:creationId xmlns:a16="http://schemas.microsoft.com/office/drawing/2014/main" id="{EC016286-5D8B-40A1-A46E-DD10B2BE98D8}"/>
              </a:ext>
            </a:extLst>
          </p:cNvPr>
          <p:cNvSpPr>
            <a:spLocks noGrp="1"/>
          </p:cNvSpPr>
          <p:nvPr>
            <p:ph type="body" sz="quarter" idx="14"/>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28" name="Title 1">
            <a:extLst>
              <a:ext uri="{FF2B5EF4-FFF2-40B4-BE49-F238E27FC236}">
                <a16:creationId xmlns:a16="http://schemas.microsoft.com/office/drawing/2014/main" id="{585586C7-60DD-49B3-BDE8-23ADE452708B}"/>
              </a:ext>
            </a:extLst>
          </p:cNvPr>
          <p:cNvSpPr>
            <a:spLocks noGrp="1"/>
          </p:cNvSpPr>
          <p:nvPr>
            <p:ph type="title" hasCustomPrompt="1"/>
          </p:nvPr>
        </p:nvSpPr>
        <p:spPr>
          <a:xfrm>
            <a:off x="463550"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cxnSp>
        <p:nvCxnSpPr>
          <p:cNvPr id="11" name="Straight Connector 10">
            <a:extLst>
              <a:ext uri="{FF2B5EF4-FFF2-40B4-BE49-F238E27FC236}">
                <a16:creationId xmlns:a16="http://schemas.microsoft.com/office/drawing/2014/main" id="{FADDE7CB-CF38-49AB-B852-FCDF76B962E6}"/>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B5D97CDF-8F6D-4696-B7EB-C50BC4E74F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22025" y="6313244"/>
            <a:ext cx="1059076" cy="330718"/>
          </a:xfrm>
          <a:prstGeom prst="rect">
            <a:avLst/>
          </a:prstGeom>
        </p:spPr>
      </p:pic>
      <p:sp>
        <p:nvSpPr>
          <p:cNvPr id="19" name="Slide Number Placeholder 6">
            <a:extLst>
              <a:ext uri="{FF2B5EF4-FFF2-40B4-BE49-F238E27FC236}">
                <a16:creationId xmlns:a16="http://schemas.microsoft.com/office/drawing/2014/main" id="{E13D5DD3-50DE-4DB0-ACFA-498F33D8FEA9}"/>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4039377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Content+Picture (2 column)">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55175844-852B-416F-8BD1-E38A3A9BB8EC}"/>
              </a:ext>
            </a:extLst>
          </p:cNvPr>
          <p:cNvSpPr>
            <a:spLocks noGrp="1"/>
          </p:cNvSpPr>
          <p:nvPr>
            <p:ph type="pic" sz="quarter" idx="14"/>
          </p:nvPr>
        </p:nvSpPr>
        <p:spPr>
          <a:xfrm>
            <a:off x="8451914" y="2155178"/>
            <a:ext cx="3295650" cy="3138732"/>
          </a:xfrm>
          <a:prstGeom prst="rect">
            <a:avLst/>
          </a:prstGeom>
        </p:spPr>
        <p:txBody>
          <a:bodyPr/>
          <a:lstStyle>
            <a:lvl1pPr marL="0" indent="0">
              <a:buFontTx/>
              <a:buNone/>
              <a:defRPr/>
            </a:lvl1pPr>
          </a:lstStyle>
          <a:p>
            <a:r>
              <a:rPr lang="en-US"/>
              <a:t>Click icon to add picture</a:t>
            </a:r>
            <a:endParaRPr lang="en-US" dirty="0"/>
          </a:p>
        </p:txBody>
      </p:sp>
      <p:sp>
        <p:nvSpPr>
          <p:cNvPr id="12" name="Text Placeholder 14">
            <a:extLst>
              <a:ext uri="{FF2B5EF4-FFF2-40B4-BE49-F238E27FC236}">
                <a16:creationId xmlns:a16="http://schemas.microsoft.com/office/drawing/2014/main" id="{6C80F846-D540-4105-A3E2-90BBA13E91F0}"/>
              </a:ext>
            </a:extLst>
          </p:cNvPr>
          <p:cNvSpPr>
            <a:spLocks noGrp="1"/>
          </p:cNvSpPr>
          <p:nvPr>
            <p:ph type="body" sz="quarter" idx="19"/>
          </p:nvPr>
        </p:nvSpPr>
        <p:spPr>
          <a:xfrm>
            <a:off x="465861" y="2155178"/>
            <a:ext cx="7791448" cy="3156001"/>
          </a:xfrm>
          <a:prstGeom prst="rect">
            <a:avLst/>
          </a:prstGeom>
        </p:spPr>
        <p:txBody>
          <a:bodyPr/>
          <a:lstStyle>
            <a:lvl1pPr marL="2286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1pPr>
            <a:lvl2pPr marL="6858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p:txBody>
      </p:sp>
      <p:sp>
        <p:nvSpPr>
          <p:cNvPr id="13" name="Text Placeholder 14">
            <a:extLst>
              <a:ext uri="{FF2B5EF4-FFF2-40B4-BE49-F238E27FC236}">
                <a16:creationId xmlns:a16="http://schemas.microsoft.com/office/drawing/2014/main" id="{88C2FABF-7C46-4EFF-9A0F-C52DEAAB18A2}"/>
              </a:ext>
            </a:extLst>
          </p:cNvPr>
          <p:cNvSpPr>
            <a:spLocks noGrp="1"/>
          </p:cNvSpPr>
          <p:nvPr>
            <p:ph type="body" sz="quarter" idx="20"/>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21" name="Title 1">
            <a:extLst>
              <a:ext uri="{FF2B5EF4-FFF2-40B4-BE49-F238E27FC236}">
                <a16:creationId xmlns:a16="http://schemas.microsoft.com/office/drawing/2014/main" id="{D7CFE1BD-BF2C-49A5-84F7-38A20C5C85BC}"/>
              </a:ext>
            </a:extLst>
          </p:cNvPr>
          <p:cNvSpPr>
            <a:spLocks noGrp="1"/>
          </p:cNvSpPr>
          <p:nvPr>
            <p:ph type="title" hasCustomPrompt="1"/>
          </p:nvPr>
        </p:nvSpPr>
        <p:spPr>
          <a:xfrm>
            <a:off x="463550"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cxnSp>
        <p:nvCxnSpPr>
          <p:cNvPr id="14" name="Straight Connector 13">
            <a:extLst>
              <a:ext uri="{FF2B5EF4-FFF2-40B4-BE49-F238E27FC236}">
                <a16:creationId xmlns:a16="http://schemas.microsoft.com/office/drawing/2014/main" id="{B3A36BE5-967B-47AA-BF1E-9279A4E7E6CA}"/>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8142E152-3F97-4638-8AA7-06B7D04E0E0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22025" y="6313244"/>
            <a:ext cx="1059076" cy="330718"/>
          </a:xfrm>
          <a:prstGeom prst="rect">
            <a:avLst/>
          </a:prstGeom>
        </p:spPr>
      </p:pic>
      <p:sp>
        <p:nvSpPr>
          <p:cNvPr id="16" name="Slide Number Placeholder 6">
            <a:extLst>
              <a:ext uri="{FF2B5EF4-FFF2-40B4-BE49-F238E27FC236}">
                <a16:creationId xmlns:a16="http://schemas.microsoft.com/office/drawing/2014/main" id="{CFB84014-F165-4052-80A4-C23B25206E64}"/>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2921467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Content+Picture (2 column)-op2">
    <p:spTree>
      <p:nvGrpSpPr>
        <p:cNvPr id="1" name=""/>
        <p:cNvGrpSpPr/>
        <p:nvPr/>
      </p:nvGrpSpPr>
      <p:grpSpPr>
        <a:xfrm>
          <a:off x="0" y="0"/>
          <a:ext cx="0" cy="0"/>
          <a:chOff x="0" y="0"/>
          <a:chExt cx="0" cy="0"/>
        </a:xfrm>
      </p:grpSpPr>
      <p:sp>
        <p:nvSpPr>
          <p:cNvPr id="24" name="Picture Placeholder 16">
            <a:extLst>
              <a:ext uri="{FF2B5EF4-FFF2-40B4-BE49-F238E27FC236}">
                <a16:creationId xmlns:a16="http://schemas.microsoft.com/office/drawing/2014/main" id="{8054AEA1-0156-48E6-AC30-EF81FB761610}"/>
              </a:ext>
            </a:extLst>
          </p:cNvPr>
          <p:cNvSpPr>
            <a:spLocks noGrp="1"/>
          </p:cNvSpPr>
          <p:nvPr>
            <p:ph type="pic" sz="quarter" idx="14"/>
          </p:nvPr>
        </p:nvSpPr>
        <p:spPr>
          <a:xfrm>
            <a:off x="463550" y="2155178"/>
            <a:ext cx="3295650" cy="3156004"/>
          </a:xfrm>
          <a:prstGeom prst="rect">
            <a:avLst/>
          </a:prstGeom>
        </p:spPr>
        <p:txBody>
          <a:bodyPr/>
          <a:lstStyle>
            <a:lvl1pPr marL="0" indent="0">
              <a:buFontTx/>
              <a:buNone/>
              <a:defRPr/>
            </a:lvl1pPr>
          </a:lstStyle>
          <a:p>
            <a:r>
              <a:rPr lang="en-US"/>
              <a:t>Click icon to add picture</a:t>
            </a:r>
            <a:endParaRPr lang="en-US" dirty="0"/>
          </a:p>
        </p:txBody>
      </p:sp>
      <p:sp>
        <p:nvSpPr>
          <p:cNvPr id="11" name="Text Placeholder 14">
            <a:extLst>
              <a:ext uri="{FF2B5EF4-FFF2-40B4-BE49-F238E27FC236}">
                <a16:creationId xmlns:a16="http://schemas.microsoft.com/office/drawing/2014/main" id="{3AED9CCB-BCE8-4297-9303-041507E79588}"/>
              </a:ext>
            </a:extLst>
          </p:cNvPr>
          <p:cNvSpPr>
            <a:spLocks noGrp="1"/>
          </p:cNvSpPr>
          <p:nvPr>
            <p:ph type="body" sz="quarter" idx="13"/>
          </p:nvPr>
        </p:nvSpPr>
        <p:spPr>
          <a:xfrm>
            <a:off x="4319839" y="2155181"/>
            <a:ext cx="7403989" cy="3156001"/>
          </a:xfrm>
          <a:prstGeom prst="rect">
            <a:avLst/>
          </a:prstGeom>
        </p:spPr>
        <p:txBody>
          <a:bodyPr/>
          <a:lstStyle>
            <a:lvl1pPr marL="2286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1pPr>
            <a:lvl2pPr marL="6858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p:txBody>
      </p:sp>
      <p:sp>
        <p:nvSpPr>
          <p:cNvPr id="13" name="Text Placeholder 14">
            <a:extLst>
              <a:ext uri="{FF2B5EF4-FFF2-40B4-BE49-F238E27FC236}">
                <a16:creationId xmlns:a16="http://schemas.microsoft.com/office/drawing/2014/main" id="{2711701B-F339-4142-B879-9B35EA158B5A}"/>
              </a:ext>
            </a:extLst>
          </p:cNvPr>
          <p:cNvSpPr>
            <a:spLocks noGrp="1"/>
          </p:cNvSpPr>
          <p:nvPr>
            <p:ph type="body" sz="quarter" idx="20"/>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21" name="Title 1">
            <a:extLst>
              <a:ext uri="{FF2B5EF4-FFF2-40B4-BE49-F238E27FC236}">
                <a16:creationId xmlns:a16="http://schemas.microsoft.com/office/drawing/2014/main" id="{6AD53723-B9C5-414F-85A1-65DBCC093785}"/>
              </a:ext>
            </a:extLst>
          </p:cNvPr>
          <p:cNvSpPr>
            <a:spLocks noGrp="1"/>
          </p:cNvSpPr>
          <p:nvPr>
            <p:ph type="title" hasCustomPrompt="1"/>
          </p:nvPr>
        </p:nvSpPr>
        <p:spPr>
          <a:xfrm>
            <a:off x="463550"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cxnSp>
        <p:nvCxnSpPr>
          <p:cNvPr id="12" name="Straight Connector 11">
            <a:extLst>
              <a:ext uri="{FF2B5EF4-FFF2-40B4-BE49-F238E27FC236}">
                <a16:creationId xmlns:a16="http://schemas.microsoft.com/office/drawing/2014/main" id="{7FE19ACC-5045-4206-B51B-65F10EAD4470}"/>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59D56AD6-CA18-4B00-AE08-53FA7B6E78E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22025" y="6313244"/>
            <a:ext cx="1059076" cy="330718"/>
          </a:xfrm>
          <a:prstGeom prst="rect">
            <a:avLst/>
          </a:prstGeom>
        </p:spPr>
      </p:pic>
      <p:sp>
        <p:nvSpPr>
          <p:cNvPr id="15" name="Slide Number Placeholder 6">
            <a:extLst>
              <a:ext uri="{FF2B5EF4-FFF2-40B4-BE49-F238E27FC236}">
                <a16:creationId xmlns:a16="http://schemas.microsoft.com/office/drawing/2014/main" id="{820780CB-C749-4877-B426-B8E29F3CCF76}"/>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2762254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icons+Content">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18E432B7-1F4C-4CFF-8575-E7CFC58E86D8}"/>
              </a:ext>
            </a:extLst>
          </p:cNvPr>
          <p:cNvSpPr>
            <a:spLocks noGrp="1"/>
          </p:cNvSpPr>
          <p:nvPr>
            <p:ph type="body" sz="quarter" idx="19"/>
          </p:nvPr>
        </p:nvSpPr>
        <p:spPr>
          <a:xfrm>
            <a:off x="463549" y="3871348"/>
            <a:ext cx="1711044" cy="914400"/>
          </a:xfrm>
          <a:prstGeom prst="rect">
            <a:avLst/>
          </a:prstGeom>
        </p:spPr>
        <p:txBody>
          <a:bodyPr>
            <a:normAutofit/>
          </a:bodyPr>
          <a:lstStyle>
            <a:lvl1pPr marL="0" indent="0" algn="ctr">
              <a:buNone/>
              <a:defRPr sz="1400">
                <a:solidFill>
                  <a:srgbClr val="3A393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Text Placeholder 22">
            <a:extLst>
              <a:ext uri="{FF2B5EF4-FFF2-40B4-BE49-F238E27FC236}">
                <a16:creationId xmlns:a16="http://schemas.microsoft.com/office/drawing/2014/main" id="{2108C5A5-7E2D-4FB4-98C2-927BD2473844}"/>
              </a:ext>
            </a:extLst>
          </p:cNvPr>
          <p:cNvSpPr>
            <a:spLocks noGrp="1"/>
          </p:cNvSpPr>
          <p:nvPr>
            <p:ph type="body" sz="quarter" idx="20"/>
          </p:nvPr>
        </p:nvSpPr>
        <p:spPr>
          <a:xfrm>
            <a:off x="2747754" y="3868034"/>
            <a:ext cx="1711044" cy="914400"/>
          </a:xfrm>
          <a:prstGeom prst="rect">
            <a:avLst/>
          </a:prstGeom>
        </p:spPr>
        <p:txBody>
          <a:bodyPr>
            <a:normAutofit/>
          </a:bodyPr>
          <a:lstStyle>
            <a:lvl1pPr marL="0" indent="0" algn="ctr">
              <a:buNone/>
              <a:defRPr sz="1400">
                <a:solidFill>
                  <a:srgbClr val="3A393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5" name="Text Placeholder 22">
            <a:extLst>
              <a:ext uri="{FF2B5EF4-FFF2-40B4-BE49-F238E27FC236}">
                <a16:creationId xmlns:a16="http://schemas.microsoft.com/office/drawing/2014/main" id="{E40A23F4-FDD3-48F8-AD63-94B0943EBDD3}"/>
              </a:ext>
            </a:extLst>
          </p:cNvPr>
          <p:cNvSpPr>
            <a:spLocks noGrp="1"/>
          </p:cNvSpPr>
          <p:nvPr>
            <p:ph type="body" sz="quarter" idx="21"/>
          </p:nvPr>
        </p:nvSpPr>
        <p:spPr>
          <a:xfrm>
            <a:off x="5031959" y="3864720"/>
            <a:ext cx="1711044" cy="914400"/>
          </a:xfrm>
          <a:prstGeom prst="rect">
            <a:avLst/>
          </a:prstGeom>
        </p:spPr>
        <p:txBody>
          <a:bodyPr>
            <a:normAutofit/>
          </a:bodyPr>
          <a:lstStyle>
            <a:lvl1pPr marL="0" indent="0" algn="ctr">
              <a:buNone/>
              <a:defRPr sz="1400">
                <a:solidFill>
                  <a:srgbClr val="3A393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22">
            <a:extLst>
              <a:ext uri="{FF2B5EF4-FFF2-40B4-BE49-F238E27FC236}">
                <a16:creationId xmlns:a16="http://schemas.microsoft.com/office/drawing/2014/main" id="{710F5905-35BB-40BD-89AB-6B98D538DE2B}"/>
              </a:ext>
            </a:extLst>
          </p:cNvPr>
          <p:cNvSpPr>
            <a:spLocks noGrp="1"/>
          </p:cNvSpPr>
          <p:nvPr>
            <p:ph type="body" sz="quarter" idx="22"/>
          </p:nvPr>
        </p:nvSpPr>
        <p:spPr>
          <a:xfrm>
            <a:off x="7316164" y="3856767"/>
            <a:ext cx="1711044" cy="914400"/>
          </a:xfrm>
          <a:prstGeom prst="rect">
            <a:avLst/>
          </a:prstGeom>
        </p:spPr>
        <p:txBody>
          <a:bodyPr>
            <a:normAutofit/>
          </a:bodyPr>
          <a:lstStyle>
            <a:lvl1pPr marL="0" indent="0" algn="ctr">
              <a:buNone/>
              <a:defRPr sz="1400">
                <a:solidFill>
                  <a:srgbClr val="3A393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7" name="Text Placeholder 22">
            <a:extLst>
              <a:ext uri="{FF2B5EF4-FFF2-40B4-BE49-F238E27FC236}">
                <a16:creationId xmlns:a16="http://schemas.microsoft.com/office/drawing/2014/main" id="{6BF555FD-AC31-4E9A-8B25-DE18FCE3216D}"/>
              </a:ext>
            </a:extLst>
          </p:cNvPr>
          <p:cNvSpPr>
            <a:spLocks noGrp="1"/>
          </p:cNvSpPr>
          <p:nvPr>
            <p:ph type="body" sz="quarter" idx="23"/>
          </p:nvPr>
        </p:nvSpPr>
        <p:spPr>
          <a:xfrm>
            <a:off x="9600369" y="3858092"/>
            <a:ext cx="1711044" cy="914400"/>
          </a:xfrm>
          <a:prstGeom prst="rect">
            <a:avLst/>
          </a:prstGeom>
        </p:spPr>
        <p:txBody>
          <a:bodyPr>
            <a:normAutofit/>
          </a:bodyPr>
          <a:lstStyle>
            <a:lvl1pPr marL="0" indent="0" algn="ctr">
              <a:buNone/>
              <a:defRPr sz="1400">
                <a:solidFill>
                  <a:srgbClr val="3A393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1" name="Text Placeholder 14">
            <a:extLst>
              <a:ext uri="{FF2B5EF4-FFF2-40B4-BE49-F238E27FC236}">
                <a16:creationId xmlns:a16="http://schemas.microsoft.com/office/drawing/2014/main" id="{263F997A-CEF0-4FB0-BD9D-FAF8B63D8C3A}"/>
              </a:ext>
            </a:extLst>
          </p:cNvPr>
          <p:cNvSpPr>
            <a:spLocks noGrp="1"/>
          </p:cNvSpPr>
          <p:nvPr>
            <p:ph type="body" sz="quarter" idx="29"/>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37" name="Title 1">
            <a:extLst>
              <a:ext uri="{FF2B5EF4-FFF2-40B4-BE49-F238E27FC236}">
                <a16:creationId xmlns:a16="http://schemas.microsoft.com/office/drawing/2014/main" id="{0CC00FA0-254C-483F-94C2-AA94DE42F18D}"/>
              </a:ext>
            </a:extLst>
          </p:cNvPr>
          <p:cNvSpPr>
            <a:spLocks noGrp="1"/>
          </p:cNvSpPr>
          <p:nvPr>
            <p:ph type="title" hasCustomPrompt="1"/>
          </p:nvPr>
        </p:nvSpPr>
        <p:spPr>
          <a:xfrm>
            <a:off x="465861"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pic>
        <p:nvPicPr>
          <p:cNvPr id="5" name="Graphic 4">
            <a:extLst>
              <a:ext uri="{FF2B5EF4-FFF2-40B4-BE49-F238E27FC236}">
                <a16:creationId xmlns:a16="http://schemas.microsoft.com/office/drawing/2014/main" id="{5BFCE74B-C4D4-47D2-A481-128353F2CC6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3001" y="2647398"/>
            <a:ext cx="892141" cy="892141"/>
          </a:xfrm>
          <a:prstGeom prst="rect">
            <a:avLst/>
          </a:prstGeom>
        </p:spPr>
      </p:pic>
      <p:pic>
        <p:nvPicPr>
          <p:cNvPr id="7" name="Graphic 6">
            <a:extLst>
              <a:ext uri="{FF2B5EF4-FFF2-40B4-BE49-F238E27FC236}">
                <a16:creationId xmlns:a16="http://schemas.microsoft.com/office/drawing/2014/main" id="{D9B08A19-CB31-42C0-84A3-18B45AE9A63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27026" y="2702322"/>
            <a:ext cx="952500" cy="952500"/>
          </a:xfrm>
          <a:prstGeom prst="rect">
            <a:avLst/>
          </a:prstGeom>
        </p:spPr>
      </p:pic>
      <p:pic>
        <p:nvPicPr>
          <p:cNvPr id="15" name="Graphic 14">
            <a:extLst>
              <a:ext uri="{FF2B5EF4-FFF2-40B4-BE49-F238E27FC236}">
                <a16:creationId xmlns:a16="http://schemas.microsoft.com/office/drawing/2014/main" id="{551E54F5-4A7D-4D54-BF86-6FCE1BC29BA7}"/>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791669" y="2798555"/>
            <a:ext cx="760034" cy="760034"/>
          </a:xfrm>
          <a:prstGeom prst="rect">
            <a:avLst/>
          </a:prstGeom>
        </p:spPr>
      </p:pic>
      <p:pic>
        <p:nvPicPr>
          <p:cNvPr id="20" name="Graphic 19">
            <a:extLst>
              <a:ext uri="{FF2B5EF4-FFF2-40B4-BE49-F238E27FC236}">
                <a16:creationId xmlns:a16="http://schemas.microsoft.com/office/drawing/2014/main" id="{4B1F42F0-253D-4D7C-910C-9305E9B612FD}"/>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075874" y="2798555"/>
            <a:ext cx="760034" cy="760034"/>
          </a:xfrm>
          <a:prstGeom prst="rect">
            <a:avLst/>
          </a:prstGeom>
        </p:spPr>
      </p:pic>
      <p:pic>
        <p:nvPicPr>
          <p:cNvPr id="50" name="Graphic 49">
            <a:extLst>
              <a:ext uri="{FF2B5EF4-FFF2-40B4-BE49-F238E27FC236}">
                <a16:creationId xmlns:a16="http://schemas.microsoft.com/office/drawing/2014/main" id="{18C3C4C7-BCA6-40A1-A61A-CC7CBC9BA961}"/>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07464" y="2779505"/>
            <a:ext cx="760034" cy="760034"/>
          </a:xfrm>
          <a:prstGeom prst="rect">
            <a:avLst/>
          </a:prstGeom>
        </p:spPr>
      </p:pic>
      <p:cxnSp>
        <p:nvCxnSpPr>
          <p:cNvPr id="19" name="Straight Connector 18">
            <a:extLst>
              <a:ext uri="{FF2B5EF4-FFF2-40B4-BE49-F238E27FC236}">
                <a16:creationId xmlns:a16="http://schemas.microsoft.com/office/drawing/2014/main" id="{B1298D07-C6D5-44F3-95AB-BD602D8D24F9}"/>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5D0D9C79-7BAF-4040-8366-E804E2943CDF}"/>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0622025" y="6313244"/>
            <a:ext cx="1059076" cy="330718"/>
          </a:xfrm>
          <a:prstGeom prst="rect">
            <a:avLst/>
          </a:prstGeom>
        </p:spPr>
      </p:pic>
      <p:sp>
        <p:nvSpPr>
          <p:cNvPr id="28" name="Slide Number Placeholder 6">
            <a:extLst>
              <a:ext uri="{FF2B5EF4-FFF2-40B4-BE49-F238E27FC236}">
                <a16:creationId xmlns:a16="http://schemas.microsoft.com/office/drawing/2014/main" id="{6F8B5DF7-4E33-4363-A243-3363920EADDD}"/>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3869623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Content+Video (2 column)">
    <p:spTree>
      <p:nvGrpSpPr>
        <p:cNvPr id="1" name=""/>
        <p:cNvGrpSpPr/>
        <p:nvPr/>
      </p:nvGrpSpPr>
      <p:grpSpPr>
        <a:xfrm>
          <a:off x="0" y="0"/>
          <a:ext cx="0" cy="0"/>
          <a:chOff x="0" y="0"/>
          <a:chExt cx="0" cy="0"/>
        </a:xfrm>
      </p:grpSpPr>
      <p:sp>
        <p:nvSpPr>
          <p:cNvPr id="19" name="Media Placeholder 18">
            <a:extLst>
              <a:ext uri="{FF2B5EF4-FFF2-40B4-BE49-F238E27FC236}">
                <a16:creationId xmlns:a16="http://schemas.microsoft.com/office/drawing/2014/main" id="{0163825F-9622-442C-A955-9A670AE36873}"/>
              </a:ext>
            </a:extLst>
          </p:cNvPr>
          <p:cNvSpPr>
            <a:spLocks noGrp="1"/>
          </p:cNvSpPr>
          <p:nvPr>
            <p:ph type="media" sz="quarter" idx="15"/>
          </p:nvPr>
        </p:nvSpPr>
        <p:spPr>
          <a:xfrm>
            <a:off x="463550" y="2155178"/>
            <a:ext cx="4939724" cy="2766001"/>
          </a:xfrm>
          <a:prstGeom prst="rect">
            <a:avLst/>
          </a:prstGeom>
        </p:spPr>
        <p:txBody>
          <a:bodyPr/>
          <a:lstStyle>
            <a:lvl1pPr marL="0" indent="0">
              <a:buClr>
                <a:srgbClr val="FF270D"/>
              </a:buClr>
              <a:buFontTx/>
              <a:buNone/>
              <a:defRPr/>
            </a:lvl1pPr>
          </a:lstStyle>
          <a:p>
            <a:r>
              <a:rPr lang="en-US"/>
              <a:t>Click icon to add media</a:t>
            </a:r>
            <a:endParaRPr lang="en-US" dirty="0"/>
          </a:p>
        </p:txBody>
      </p:sp>
      <p:sp>
        <p:nvSpPr>
          <p:cNvPr id="12" name="Text Placeholder 14">
            <a:extLst>
              <a:ext uri="{FF2B5EF4-FFF2-40B4-BE49-F238E27FC236}">
                <a16:creationId xmlns:a16="http://schemas.microsoft.com/office/drawing/2014/main" id="{92129C50-A50F-426C-A1B4-A5BC0AE11753}"/>
              </a:ext>
            </a:extLst>
          </p:cNvPr>
          <p:cNvSpPr>
            <a:spLocks noGrp="1"/>
          </p:cNvSpPr>
          <p:nvPr>
            <p:ph type="body" sz="quarter" idx="14"/>
          </p:nvPr>
        </p:nvSpPr>
        <p:spPr>
          <a:xfrm>
            <a:off x="463549" y="1363083"/>
            <a:ext cx="11260279"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13" name="Title 1">
            <a:extLst>
              <a:ext uri="{FF2B5EF4-FFF2-40B4-BE49-F238E27FC236}">
                <a16:creationId xmlns:a16="http://schemas.microsoft.com/office/drawing/2014/main" id="{24023A7D-6604-4466-8935-5BE76FFE3568}"/>
              </a:ext>
            </a:extLst>
          </p:cNvPr>
          <p:cNvSpPr>
            <a:spLocks noGrp="1"/>
          </p:cNvSpPr>
          <p:nvPr>
            <p:ph type="title" hasCustomPrompt="1"/>
          </p:nvPr>
        </p:nvSpPr>
        <p:spPr>
          <a:xfrm>
            <a:off x="463550" y="478702"/>
            <a:ext cx="11260278" cy="713216"/>
          </a:xfrm>
          <a:prstGeom prst="rect">
            <a:avLst/>
          </a:prstGeom>
        </p:spPr>
        <p:txBody>
          <a:bodyPr>
            <a:normAutofit/>
          </a:bodyPr>
          <a:lstStyle>
            <a:lvl1pPr>
              <a:defRPr sz="2800" b="0">
                <a:solidFill>
                  <a:schemeClr val="tx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21" name="Text Placeholder 14">
            <a:extLst>
              <a:ext uri="{FF2B5EF4-FFF2-40B4-BE49-F238E27FC236}">
                <a16:creationId xmlns:a16="http://schemas.microsoft.com/office/drawing/2014/main" id="{70D8C073-C831-4972-98E2-0D778FB9199D}"/>
              </a:ext>
            </a:extLst>
          </p:cNvPr>
          <p:cNvSpPr>
            <a:spLocks noGrp="1"/>
          </p:cNvSpPr>
          <p:nvPr>
            <p:ph type="body" sz="quarter" idx="13"/>
          </p:nvPr>
        </p:nvSpPr>
        <p:spPr>
          <a:xfrm>
            <a:off x="5975597" y="2155178"/>
            <a:ext cx="5748232" cy="2766001"/>
          </a:xfrm>
          <a:prstGeom prst="rect">
            <a:avLst/>
          </a:prstGeom>
        </p:spPr>
        <p:txBody>
          <a:bodyPr/>
          <a:lstStyle>
            <a:lvl1pPr marL="2286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1pPr>
            <a:lvl2pPr marL="685800" indent="-228600">
              <a:buClr>
                <a:srgbClr val="3A3932"/>
              </a:buClr>
              <a:buFont typeface="Arial" panose="020B0604020202020204" pitchFamily="34" charset="0"/>
              <a:buChar char="•"/>
              <a:defRPr sz="1400">
                <a:solidFill>
                  <a:srgbClr val="3A3932"/>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p:txBody>
      </p:sp>
      <p:cxnSp>
        <p:nvCxnSpPr>
          <p:cNvPr id="11" name="Straight Connector 10">
            <a:extLst>
              <a:ext uri="{FF2B5EF4-FFF2-40B4-BE49-F238E27FC236}">
                <a16:creationId xmlns:a16="http://schemas.microsoft.com/office/drawing/2014/main" id="{BAEBAD36-EC7D-4C77-89DF-F466D092DE36}"/>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0C2C1531-8A99-4649-BB92-845205A8A33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22025" y="6313244"/>
            <a:ext cx="1059076" cy="330718"/>
          </a:xfrm>
          <a:prstGeom prst="rect">
            <a:avLst/>
          </a:prstGeom>
        </p:spPr>
      </p:pic>
      <p:sp>
        <p:nvSpPr>
          <p:cNvPr id="15" name="Slide Number Placeholder 6">
            <a:extLst>
              <a:ext uri="{FF2B5EF4-FFF2-40B4-BE49-F238E27FC236}">
                <a16:creationId xmlns:a16="http://schemas.microsoft.com/office/drawing/2014/main" id="{5CB26993-C947-4534-8402-0F64F94B2D3A}"/>
              </a:ext>
            </a:extLst>
          </p:cNvPr>
          <p:cNvSpPr>
            <a:spLocks noGrp="1"/>
          </p:cNvSpPr>
          <p:nvPr>
            <p:ph type="sldNum" sz="quarter" idx="16"/>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3973999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D03BBA6-5CE3-44D2-BEC3-1F68D8C34849}"/>
              </a:ext>
            </a:extLst>
          </p:cNvPr>
          <p:cNvCxnSpPr>
            <a:cxnSpLocks/>
          </p:cNvCxnSpPr>
          <p:nvPr userDrawn="1"/>
        </p:nvCxnSpPr>
        <p:spPr>
          <a:xfrm>
            <a:off x="800100" y="6520168"/>
            <a:ext cx="97155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AE695197-BFA0-4150-8526-A4FF321426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22025" y="6313244"/>
            <a:ext cx="1059076" cy="330718"/>
          </a:xfrm>
          <a:prstGeom prst="rect">
            <a:avLst/>
          </a:prstGeom>
        </p:spPr>
      </p:pic>
      <p:sp>
        <p:nvSpPr>
          <p:cNvPr id="10" name="Slide Number Placeholder 6">
            <a:extLst>
              <a:ext uri="{FF2B5EF4-FFF2-40B4-BE49-F238E27FC236}">
                <a16:creationId xmlns:a16="http://schemas.microsoft.com/office/drawing/2014/main" id="{D213610D-1924-491C-AEBA-1EC1399317A4}"/>
              </a:ext>
            </a:extLst>
          </p:cNvPr>
          <p:cNvSpPr>
            <a:spLocks noGrp="1"/>
          </p:cNvSpPr>
          <p:nvPr>
            <p:ph type="sldNum" sz="quarter" idx="15"/>
          </p:nvPr>
        </p:nvSpPr>
        <p:spPr>
          <a:xfrm>
            <a:off x="298202" y="6388173"/>
            <a:ext cx="369863" cy="262800"/>
          </a:xfrm>
        </p:spPr>
        <p:txBody>
          <a:bodyPr lIns="0" rIns="0"/>
          <a:lstStyle>
            <a:lvl1pPr algn="r">
              <a:defRPr sz="1000">
                <a:solidFill>
                  <a:schemeClr val="tx1">
                    <a:lumMod val="75000"/>
                    <a:lumOff val="25000"/>
                  </a:schemeClr>
                </a:solidFill>
              </a:defRPr>
            </a:lvl1pPr>
          </a:lstStyle>
          <a:p>
            <a:fld id="{0879F475-59B1-4993-848A-C2B683DE9AF5}" type="slidenum">
              <a:rPr lang="en-IN" smtClean="0"/>
              <a:pPr/>
              <a:t>‹#›</a:t>
            </a:fld>
            <a:endParaRPr lang="en-IN" dirty="0"/>
          </a:p>
        </p:txBody>
      </p:sp>
    </p:spTree>
    <p:extLst>
      <p:ext uri="{BB962C8B-B14F-4D97-AF65-F5344CB8AC3E}">
        <p14:creationId xmlns:p14="http://schemas.microsoft.com/office/powerpoint/2010/main" val="1667363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46F6C916-80AD-43A5-AE45-7BB6AF28E6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33632"/>
          <a:stretch/>
        </p:blipFill>
        <p:spPr>
          <a:xfrm>
            <a:off x="-1" y="8789"/>
            <a:ext cx="12192001" cy="5996093"/>
          </a:xfrm>
          <a:prstGeom prst="rect">
            <a:avLst/>
          </a:prstGeom>
        </p:spPr>
      </p:pic>
      <p:sp>
        <p:nvSpPr>
          <p:cNvPr id="22" name="Rectangle 21">
            <a:extLst>
              <a:ext uri="{FF2B5EF4-FFF2-40B4-BE49-F238E27FC236}">
                <a16:creationId xmlns:a16="http://schemas.microsoft.com/office/drawing/2014/main" id="{3C865BB1-7E41-4D27-A250-D75244451574}"/>
              </a:ext>
            </a:extLst>
          </p:cNvPr>
          <p:cNvSpPr/>
          <p:nvPr userDrawn="1"/>
        </p:nvSpPr>
        <p:spPr>
          <a:xfrm>
            <a:off x="-2" y="0"/>
            <a:ext cx="12179808" cy="5926822"/>
          </a:xfrm>
          <a:prstGeom prst="rect">
            <a:avLst/>
          </a:prstGeom>
          <a:solidFill>
            <a:schemeClr val="tx1">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n>
                <a:noFill/>
              </a:ln>
            </a:endParaRPr>
          </a:p>
        </p:txBody>
      </p:sp>
      <p:sp>
        <p:nvSpPr>
          <p:cNvPr id="13" name="Text Placeholder 22">
            <a:extLst>
              <a:ext uri="{FF2B5EF4-FFF2-40B4-BE49-F238E27FC236}">
                <a16:creationId xmlns:a16="http://schemas.microsoft.com/office/drawing/2014/main" id="{1DF54627-6FE3-4F02-BEE6-224D46E4FBB6}"/>
              </a:ext>
            </a:extLst>
          </p:cNvPr>
          <p:cNvSpPr>
            <a:spLocks noGrp="1"/>
          </p:cNvSpPr>
          <p:nvPr>
            <p:ph type="body" sz="quarter" idx="12" hasCustomPrompt="1"/>
          </p:nvPr>
        </p:nvSpPr>
        <p:spPr>
          <a:xfrm>
            <a:off x="545642" y="2673043"/>
            <a:ext cx="10525125" cy="598314"/>
          </a:xfrm>
          <a:prstGeom prst="rect">
            <a:avLst/>
          </a:prstGeom>
        </p:spPr>
        <p:txBody>
          <a:bodyPr/>
          <a:lstStyle>
            <a:lvl1pPr marL="0" indent="0">
              <a:buFontTx/>
              <a:buNone/>
              <a:defRPr sz="4400" b="1">
                <a:solidFill>
                  <a:schemeClr val="bg1"/>
                </a:solidFill>
                <a:latin typeface="Arial" panose="020B0604020202020204" pitchFamily="34" charset="0"/>
                <a:cs typeface="Arial" panose="020B0604020202020204" pitchFamily="34" charset="0"/>
              </a:defRPr>
            </a:lvl1pPr>
            <a:lvl2pPr marL="457200" indent="0">
              <a:buFontTx/>
              <a:buNone/>
              <a:defRPr sz="4400">
                <a:latin typeface="Arial" panose="020B0604020202020204" pitchFamily="34" charset="0"/>
                <a:cs typeface="Arial" panose="020B0604020202020204" pitchFamily="34" charset="0"/>
              </a:defRPr>
            </a:lvl2pPr>
            <a:lvl3pPr marL="914400" indent="0">
              <a:buFontTx/>
              <a:buNone/>
              <a:defRPr sz="4400">
                <a:latin typeface="Arial" panose="020B0604020202020204" pitchFamily="34" charset="0"/>
                <a:cs typeface="Arial" panose="020B0604020202020204" pitchFamily="34" charset="0"/>
              </a:defRPr>
            </a:lvl3pPr>
            <a:lvl4pPr marL="1371600" indent="0">
              <a:buFontTx/>
              <a:buNone/>
              <a:defRPr sz="4400">
                <a:latin typeface="Arial" panose="020B0604020202020204" pitchFamily="34" charset="0"/>
                <a:cs typeface="Arial" panose="020B0604020202020204" pitchFamily="34" charset="0"/>
              </a:defRPr>
            </a:lvl4pPr>
            <a:lvl5pPr marL="1828800" indent="0">
              <a:buFontTx/>
              <a:buNone/>
              <a:defRPr sz="4400">
                <a:latin typeface="Arial" panose="020B0604020202020204" pitchFamily="34" charset="0"/>
                <a:cs typeface="Arial" panose="020B0604020202020204" pitchFamily="34" charset="0"/>
              </a:defRPr>
            </a:lvl5pPr>
          </a:lstStyle>
          <a:p>
            <a:pPr lvl="0"/>
            <a:r>
              <a:rPr lang="en-US" dirty="0"/>
              <a:t>Thank You</a:t>
            </a:r>
          </a:p>
        </p:txBody>
      </p:sp>
      <p:sp>
        <p:nvSpPr>
          <p:cNvPr id="23" name="Rectangle 22">
            <a:extLst>
              <a:ext uri="{FF2B5EF4-FFF2-40B4-BE49-F238E27FC236}">
                <a16:creationId xmlns:a16="http://schemas.microsoft.com/office/drawing/2014/main" id="{1A40EE48-6312-4506-A13E-61545C93DC92}"/>
              </a:ext>
            </a:extLst>
          </p:cNvPr>
          <p:cNvSpPr/>
          <p:nvPr userDrawn="1"/>
        </p:nvSpPr>
        <p:spPr>
          <a:xfrm>
            <a:off x="0" y="5922632"/>
            <a:ext cx="12192000" cy="1004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Tree>
    <p:extLst>
      <p:ext uri="{BB962C8B-B14F-4D97-AF65-F5344CB8AC3E}">
        <p14:creationId xmlns:p14="http://schemas.microsoft.com/office/powerpoint/2010/main" val="3949270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2 Column+2 subheadings">
    <p:spTree>
      <p:nvGrpSpPr>
        <p:cNvPr id="1" name=""/>
        <p:cNvGrpSpPr/>
        <p:nvPr/>
      </p:nvGrpSpPr>
      <p:grpSpPr>
        <a:xfrm>
          <a:off x="0" y="0"/>
          <a:ext cx="0" cy="0"/>
          <a:chOff x="0" y="0"/>
          <a:chExt cx="0" cy="0"/>
        </a:xfrm>
      </p:grpSpPr>
      <p:sp>
        <p:nvSpPr>
          <p:cNvPr id="17" name="Text Placeholder 14">
            <a:extLst>
              <a:ext uri="{FF2B5EF4-FFF2-40B4-BE49-F238E27FC236}">
                <a16:creationId xmlns:a16="http://schemas.microsoft.com/office/drawing/2014/main" id="{625519DA-A563-4E26-A5A3-35A5F1B0BEDE}"/>
              </a:ext>
            </a:extLst>
          </p:cNvPr>
          <p:cNvSpPr>
            <a:spLocks noGrp="1"/>
          </p:cNvSpPr>
          <p:nvPr>
            <p:ph type="body" sz="quarter" idx="13"/>
          </p:nvPr>
        </p:nvSpPr>
        <p:spPr>
          <a:xfrm>
            <a:off x="463551" y="2155178"/>
            <a:ext cx="5632450" cy="3156001"/>
          </a:xfrm>
          <a:prstGeom prst="rect">
            <a:avLst/>
          </a:prstGeom>
        </p:spPr>
        <p:txBody>
          <a:bodyPr>
            <a:normAutofit/>
          </a:bodyPr>
          <a:lstStyle>
            <a:lvl1pPr marL="228600" indent="-228600">
              <a:buFontTx/>
              <a:buBlip>
                <a:blip r:embed="rId2"/>
              </a:buBlip>
              <a:defRPr sz="14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1400">
                <a:solidFill>
                  <a:schemeClr val="tx1">
                    <a:lumMod val="85000"/>
                    <a:lumOff val="15000"/>
                  </a:schemeClr>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p:txBody>
      </p:sp>
      <p:sp>
        <p:nvSpPr>
          <p:cNvPr id="19" name="Text Placeholder 14">
            <a:extLst>
              <a:ext uri="{FF2B5EF4-FFF2-40B4-BE49-F238E27FC236}">
                <a16:creationId xmlns:a16="http://schemas.microsoft.com/office/drawing/2014/main" id="{8DE7D5C9-099D-4B37-AD1E-5D9D7C8964EF}"/>
              </a:ext>
            </a:extLst>
          </p:cNvPr>
          <p:cNvSpPr>
            <a:spLocks noGrp="1"/>
          </p:cNvSpPr>
          <p:nvPr>
            <p:ph type="body" sz="quarter" idx="16"/>
          </p:nvPr>
        </p:nvSpPr>
        <p:spPr>
          <a:xfrm>
            <a:off x="463549" y="1363083"/>
            <a:ext cx="3742691"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3"/>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20" name="Text Placeholder 14">
            <a:extLst>
              <a:ext uri="{FF2B5EF4-FFF2-40B4-BE49-F238E27FC236}">
                <a16:creationId xmlns:a16="http://schemas.microsoft.com/office/drawing/2014/main" id="{8B52B608-7F53-4519-97B1-8C454FF7D97C}"/>
              </a:ext>
            </a:extLst>
          </p:cNvPr>
          <p:cNvSpPr>
            <a:spLocks noGrp="1"/>
          </p:cNvSpPr>
          <p:nvPr>
            <p:ph type="body" sz="quarter" idx="17"/>
          </p:nvPr>
        </p:nvSpPr>
        <p:spPr>
          <a:xfrm>
            <a:off x="6193791" y="2155178"/>
            <a:ext cx="5530037" cy="3156001"/>
          </a:xfrm>
          <a:prstGeom prst="rect">
            <a:avLst/>
          </a:prstGeom>
        </p:spPr>
        <p:txBody>
          <a:bodyPr>
            <a:normAutofit/>
          </a:bodyPr>
          <a:lstStyle>
            <a:lvl1pPr marL="228600" indent="-228600">
              <a:buFontTx/>
              <a:buBlip>
                <a:blip r:embed="rId2"/>
              </a:buBlip>
              <a:defRPr sz="14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2"/>
              </a:buBlip>
              <a:defRPr sz="1400">
                <a:solidFill>
                  <a:schemeClr val="tx1">
                    <a:lumMod val="85000"/>
                    <a:lumOff val="15000"/>
                  </a:schemeClr>
                </a:solidFill>
                <a:latin typeface="Arial" panose="020B0604020202020204" pitchFamily="34" charset="0"/>
                <a:cs typeface="Arial" panose="020B0604020202020204" pitchFamily="34" charset="0"/>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a:p>
            <a:pPr lvl="1"/>
            <a:r>
              <a:rPr lang="en-US"/>
              <a:t>Second level</a:t>
            </a:r>
          </a:p>
        </p:txBody>
      </p:sp>
      <p:sp>
        <p:nvSpPr>
          <p:cNvPr id="21" name="Text Placeholder 14">
            <a:extLst>
              <a:ext uri="{FF2B5EF4-FFF2-40B4-BE49-F238E27FC236}">
                <a16:creationId xmlns:a16="http://schemas.microsoft.com/office/drawing/2014/main" id="{269B4E35-2FEB-4EFE-9AB0-3ABEE0F71AF3}"/>
              </a:ext>
            </a:extLst>
          </p:cNvPr>
          <p:cNvSpPr>
            <a:spLocks noGrp="1"/>
          </p:cNvSpPr>
          <p:nvPr>
            <p:ph type="body" sz="quarter" idx="18"/>
          </p:nvPr>
        </p:nvSpPr>
        <p:spPr>
          <a:xfrm>
            <a:off x="6193789" y="1363083"/>
            <a:ext cx="3742691" cy="602039"/>
          </a:xfrm>
          <a:prstGeom prst="rect">
            <a:avLst/>
          </a:prstGeom>
        </p:spPr>
        <p:txBody>
          <a:bodyPr>
            <a:normAutofit/>
          </a:bodyPr>
          <a:lstStyle>
            <a:lvl1pPr marL="0" indent="0">
              <a:buFont typeface="Arial" panose="020B0604020202020204" pitchFamily="34" charset="0"/>
              <a:buNone/>
              <a:defRPr sz="2000">
                <a:solidFill>
                  <a:schemeClr val="tx1">
                    <a:lumMod val="85000"/>
                    <a:lumOff val="15000"/>
                  </a:schemeClr>
                </a:solidFill>
                <a:latin typeface="Arial" panose="020B0604020202020204" pitchFamily="34" charset="0"/>
                <a:cs typeface="Arial" panose="020B0604020202020204" pitchFamily="34" charset="0"/>
              </a:defRPr>
            </a:lvl1pPr>
            <a:lvl2pPr marL="685800" indent="-228600">
              <a:buFontTx/>
              <a:buBlip>
                <a:blip r:embed="rId3"/>
              </a:buBlip>
              <a:defRPr sz="2000">
                <a:solidFill>
                  <a:schemeClr val="tx1">
                    <a:lumMod val="85000"/>
                    <a:lumOff val="15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22" name="Title 1">
            <a:extLst>
              <a:ext uri="{FF2B5EF4-FFF2-40B4-BE49-F238E27FC236}">
                <a16:creationId xmlns:a16="http://schemas.microsoft.com/office/drawing/2014/main" id="{467AEEF8-0ECF-447C-B907-EE4C832274C4}"/>
              </a:ext>
            </a:extLst>
          </p:cNvPr>
          <p:cNvSpPr>
            <a:spLocks noGrp="1"/>
          </p:cNvSpPr>
          <p:nvPr>
            <p:ph type="title"/>
          </p:nvPr>
        </p:nvSpPr>
        <p:spPr>
          <a:xfrm>
            <a:off x="463550" y="478702"/>
            <a:ext cx="11260278" cy="713216"/>
          </a:xfrm>
          <a:prstGeom prst="rect">
            <a:avLst/>
          </a:prstGeom>
        </p:spPr>
        <p:txBody>
          <a:bodyPr>
            <a:normAutofit/>
          </a:bodyPr>
          <a:lstStyle>
            <a:lvl1pPr>
              <a:defRPr sz="3600" b="0">
                <a:solidFill>
                  <a:srgbClr val="FF270D"/>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cxnSp>
        <p:nvCxnSpPr>
          <p:cNvPr id="2" name="Straight Connector 1">
            <a:extLst>
              <a:ext uri="{FF2B5EF4-FFF2-40B4-BE49-F238E27FC236}">
                <a16:creationId xmlns:a16="http://schemas.microsoft.com/office/drawing/2014/main" id="{51D801BC-A339-CC2B-EA8A-E9C93D00272D}"/>
              </a:ext>
            </a:extLst>
          </p:cNvPr>
          <p:cNvCxnSpPr>
            <a:cxnSpLocks/>
          </p:cNvCxnSpPr>
          <p:nvPr userDrawn="1"/>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0C0C32E7-B291-2245-4C42-04163CDC86D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22025" y="6313244"/>
            <a:ext cx="1059076" cy="330718"/>
          </a:xfrm>
          <a:prstGeom prst="rect">
            <a:avLst/>
          </a:prstGeom>
        </p:spPr>
      </p:pic>
    </p:spTree>
    <p:extLst>
      <p:ext uri="{BB962C8B-B14F-4D97-AF65-F5344CB8AC3E}">
        <p14:creationId xmlns:p14="http://schemas.microsoft.com/office/powerpoint/2010/main" val="2448116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9A30-0576-2545-8734-9B03AF70B12D}"/>
              </a:ext>
            </a:extLst>
          </p:cNvPr>
          <p:cNvSpPr>
            <a:spLocks noGrp="1"/>
          </p:cNvSpPr>
          <p:nvPr>
            <p:ph type="title"/>
          </p:nvPr>
        </p:nvSpPr>
        <p:spPr>
          <a:xfrm>
            <a:off x="838200" y="365125"/>
            <a:ext cx="10515600" cy="1325563"/>
          </a:xfrm>
          <a:prstGeom prst="rect">
            <a:avLst/>
          </a:prstGeom>
        </p:spPr>
        <p:txBody>
          <a:bodyPr/>
          <a:lstStyle>
            <a:lvl1pPr>
              <a:defRPr>
                <a:solidFill>
                  <a:srgbClr val="FF0000"/>
                </a:solidFill>
                <a:latin typeface="Arial" panose="020B0604020202020204" pitchFamily="34" charset="0"/>
                <a:cs typeface="Arial" panose="020B0604020202020204" pitchFamily="34"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A996F1D3-05C1-8FA0-FDDC-98A67040A1E4}"/>
              </a:ext>
            </a:extLst>
          </p:cNvPr>
          <p:cNvCxnSpPr>
            <a:cxnSpLocks/>
          </p:cNvCxnSpPr>
          <p:nvPr userDrawn="1"/>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C66A050D-335D-6674-285C-7F16BF6B730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22025" y="6313244"/>
            <a:ext cx="1059076" cy="330718"/>
          </a:xfrm>
          <a:prstGeom prst="rect">
            <a:avLst/>
          </a:prstGeom>
        </p:spPr>
      </p:pic>
    </p:spTree>
    <p:extLst>
      <p:ext uri="{BB962C8B-B14F-4D97-AF65-F5344CB8AC3E}">
        <p14:creationId xmlns:p14="http://schemas.microsoft.com/office/powerpoint/2010/main" val="4064437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59DB-985C-DF9B-E36B-040F0A5C5F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8628C0-009A-5274-9A07-6FC3CCB00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D3247F-2B9E-3CF9-9F53-4B2B5F00EB35}"/>
              </a:ext>
            </a:extLst>
          </p:cNvPr>
          <p:cNvSpPr>
            <a:spLocks noGrp="1"/>
          </p:cNvSpPr>
          <p:nvPr>
            <p:ph type="dt" sz="half" idx="10"/>
          </p:nvPr>
        </p:nvSpPr>
        <p:spPr/>
        <p:txBody>
          <a:bodyPr/>
          <a:lstStyle/>
          <a:p>
            <a:fld id="{35EB558A-3A50-495C-9BF4-E89F5705CCE6}" type="datetimeFigureOut">
              <a:rPr lang="en-IN" smtClean="0"/>
              <a:t>03-04-2023</a:t>
            </a:fld>
            <a:endParaRPr lang="en-IN"/>
          </a:p>
        </p:txBody>
      </p:sp>
      <p:sp>
        <p:nvSpPr>
          <p:cNvPr id="5" name="Footer Placeholder 4">
            <a:extLst>
              <a:ext uri="{FF2B5EF4-FFF2-40B4-BE49-F238E27FC236}">
                <a16:creationId xmlns:a16="http://schemas.microsoft.com/office/drawing/2014/main" id="{68A43F04-71D2-6B6A-FEF0-63204096A0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9F9C84-8F19-828F-2597-635717DBD4CF}"/>
              </a:ext>
            </a:extLst>
          </p:cNvPr>
          <p:cNvSpPr>
            <a:spLocks noGrp="1"/>
          </p:cNvSpPr>
          <p:nvPr>
            <p:ph type="sldNum" sz="quarter" idx="12"/>
          </p:nvPr>
        </p:nvSpPr>
        <p:spPr/>
        <p:txBody>
          <a:bodyPr/>
          <a:lstStyle/>
          <a:p>
            <a:fld id="{1E171E4F-9C74-4E79-BFC0-DC9DF09E65AC}" type="slidenum">
              <a:rPr lang="en-IN" smtClean="0"/>
              <a:t>‹#›</a:t>
            </a:fld>
            <a:endParaRPr lang="en-IN"/>
          </a:p>
        </p:txBody>
      </p:sp>
    </p:spTree>
    <p:extLst>
      <p:ext uri="{BB962C8B-B14F-4D97-AF65-F5344CB8AC3E}">
        <p14:creationId xmlns:p14="http://schemas.microsoft.com/office/powerpoint/2010/main" val="1384110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0720B-E183-E19C-C343-ECD490C8DB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78D5F7-7A10-E6CC-5CC9-DA5332779E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94B226-F620-8F67-9BA8-41C8BC7B808B}"/>
              </a:ext>
            </a:extLst>
          </p:cNvPr>
          <p:cNvSpPr>
            <a:spLocks noGrp="1"/>
          </p:cNvSpPr>
          <p:nvPr>
            <p:ph type="dt" sz="half" idx="10"/>
          </p:nvPr>
        </p:nvSpPr>
        <p:spPr/>
        <p:txBody>
          <a:bodyPr/>
          <a:lstStyle/>
          <a:p>
            <a:fld id="{35EB558A-3A50-495C-9BF4-E89F5705CCE6}" type="datetimeFigureOut">
              <a:rPr lang="en-IN" smtClean="0"/>
              <a:t>03-04-2023</a:t>
            </a:fld>
            <a:endParaRPr lang="en-IN"/>
          </a:p>
        </p:txBody>
      </p:sp>
      <p:sp>
        <p:nvSpPr>
          <p:cNvPr id="5" name="Footer Placeholder 4">
            <a:extLst>
              <a:ext uri="{FF2B5EF4-FFF2-40B4-BE49-F238E27FC236}">
                <a16:creationId xmlns:a16="http://schemas.microsoft.com/office/drawing/2014/main" id="{1F391E7D-6DD1-73E1-A2EC-AB37C294C1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8AD163-C71B-B1B6-17B2-703BDD2D6C41}"/>
              </a:ext>
            </a:extLst>
          </p:cNvPr>
          <p:cNvSpPr>
            <a:spLocks noGrp="1"/>
          </p:cNvSpPr>
          <p:nvPr>
            <p:ph type="sldNum" sz="quarter" idx="12"/>
          </p:nvPr>
        </p:nvSpPr>
        <p:spPr/>
        <p:txBody>
          <a:bodyPr/>
          <a:lstStyle/>
          <a:p>
            <a:fld id="{1E171E4F-9C74-4E79-BFC0-DC9DF09E65AC}" type="slidenum">
              <a:rPr lang="en-IN" smtClean="0"/>
              <a:t>‹#›</a:t>
            </a:fld>
            <a:endParaRPr lang="en-IN"/>
          </a:p>
        </p:txBody>
      </p:sp>
      <p:pic>
        <p:nvPicPr>
          <p:cNvPr id="7" name="Graphic 6">
            <a:extLst>
              <a:ext uri="{FF2B5EF4-FFF2-40B4-BE49-F238E27FC236}">
                <a16:creationId xmlns:a16="http://schemas.microsoft.com/office/drawing/2014/main" id="{3207062D-1385-7310-66E0-939D39DD69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22025" y="6313244"/>
            <a:ext cx="1059076" cy="330718"/>
          </a:xfrm>
          <a:prstGeom prst="rect">
            <a:avLst/>
          </a:prstGeom>
        </p:spPr>
      </p:pic>
    </p:spTree>
    <p:extLst>
      <p:ext uri="{BB962C8B-B14F-4D97-AF65-F5344CB8AC3E}">
        <p14:creationId xmlns:p14="http://schemas.microsoft.com/office/powerpoint/2010/main" val="208086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056333D-029F-4CEB-88B9-16360ABAFEA8}"/>
              </a:ext>
            </a:extLst>
          </p:cNvPr>
          <p:cNvGraphicFramePr>
            <a:graphicFrameLocks noChangeAspect="1"/>
          </p:cNvGraphicFramePr>
          <p:nvPr userDrawn="1">
            <p:custDataLst>
              <p:tags r:id="rId18"/>
            </p:custDataLst>
            <p:extLst>
              <p:ext uri="{D42A27DB-BD31-4B8C-83A1-F6EECF244321}">
                <p14:modId xmlns:p14="http://schemas.microsoft.com/office/powerpoint/2010/main" val="3073826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360" imgH="360" progId="TCLayout.ActiveDocument.1">
                  <p:embed/>
                </p:oleObj>
              </mc:Choice>
              <mc:Fallback>
                <p:oleObj name="think-cell Slide" r:id="rId19" imgW="360" imgH="360" progId="TCLayout.ActiveDocument.1">
                  <p:embed/>
                  <p:pic>
                    <p:nvPicPr>
                      <p:cNvPr id="2" name="Object 1" hidden="1">
                        <a:extLst>
                          <a:ext uri="{FF2B5EF4-FFF2-40B4-BE49-F238E27FC236}">
                            <a16:creationId xmlns:a16="http://schemas.microsoft.com/office/drawing/2014/main" id="{1056333D-029F-4CEB-88B9-16360ABAFEA8}"/>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289887C6-213D-4EC5-B285-03E99B65176A}"/>
              </a:ext>
            </a:extLst>
          </p:cNvPr>
          <p:cNvSpPr>
            <a:spLocks noGrp="1"/>
          </p:cNvSpPr>
          <p:nvPr>
            <p:ph type="body" idx="1"/>
          </p:nvPr>
        </p:nvSpPr>
        <p:spPr>
          <a:xfrm>
            <a:off x="838200" y="1825625"/>
            <a:ext cx="10515600" cy="1456809"/>
          </a:xfrm>
          <a:prstGeom prst="rect">
            <a:avLst/>
          </a:prstGeom>
        </p:spPr>
        <p:txBody>
          <a:bodyPr vert="horz"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FR" dirty="0"/>
          </a:p>
        </p:txBody>
      </p:sp>
      <p:sp>
        <p:nvSpPr>
          <p:cNvPr id="4" name="Slide Number Placeholder 3">
            <a:extLst>
              <a:ext uri="{FF2B5EF4-FFF2-40B4-BE49-F238E27FC236}">
                <a16:creationId xmlns:a16="http://schemas.microsoft.com/office/drawing/2014/main" id="{D80826BC-C5B4-4A35-8F7C-44247491A7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79F475-59B1-4993-848A-C2B683DE9AF5}" type="slidenum">
              <a:rPr lang="en-IN" smtClean="0"/>
              <a:t>‹#›</a:t>
            </a:fld>
            <a:endParaRPr lang="en-IN"/>
          </a:p>
        </p:txBody>
      </p:sp>
    </p:spTree>
    <p:extLst>
      <p:ext uri="{BB962C8B-B14F-4D97-AF65-F5344CB8AC3E}">
        <p14:creationId xmlns:p14="http://schemas.microsoft.com/office/powerpoint/2010/main" val="2597032904"/>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5" r:id="rId3"/>
    <p:sldLayoutId id="2147483652" r:id="rId4"/>
    <p:sldLayoutId id="2147483655" r:id="rId5"/>
    <p:sldLayoutId id="2147483650" r:id="rId6"/>
    <p:sldLayoutId id="2147483658" r:id="rId7"/>
    <p:sldLayoutId id="2147483651" r:id="rId8"/>
    <p:sldLayoutId id="2147483653" r:id="rId9"/>
    <p:sldLayoutId id="2147483654" r:id="rId10"/>
    <p:sldLayoutId id="2147483657" r:id="rId11"/>
    <p:sldLayoutId id="2147483664" r:id="rId12"/>
    <p:sldLayoutId id="2147483666" r:id="rId13"/>
    <p:sldLayoutId id="2147483667" r:id="rId14"/>
    <p:sldLayoutId id="2147483668" r:id="rId15"/>
    <p:sldLayoutId id="2147483669"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16.xml"/><Relationship Id="rId5" Type="http://schemas.openxmlformats.org/officeDocument/2006/relationships/image" Target="../media/image25.png"/><Relationship Id="rId4" Type="http://schemas.openxmlformats.org/officeDocument/2006/relationships/image" Target="../media/image24.jpeg"/></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Layout" Target="../diagrams/layout3.xml"/><Relationship Id="rId7" Type="http://schemas.openxmlformats.org/officeDocument/2006/relationships/image" Target="../media/image39.png"/><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45.png"/><Relationship Id="rId2" Type="http://schemas.openxmlformats.org/officeDocument/2006/relationships/diagramData" Target="../diagrams/data5.xml"/><Relationship Id="rId1" Type="http://schemas.openxmlformats.org/officeDocument/2006/relationships/slideLayout" Target="../slideLayouts/slideLayout1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46.png"/><Relationship Id="rId1" Type="http://schemas.openxmlformats.org/officeDocument/2006/relationships/slideLayout" Target="../slideLayouts/slideLayout1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16.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60.png"/><Relationship Id="rId2" Type="http://schemas.openxmlformats.org/officeDocument/2006/relationships/diagramData" Target="../diagrams/data9.xml"/><Relationship Id="rId1" Type="http://schemas.openxmlformats.org/officeDocument/2006/relationships/slideLayout" Target="../slideLayouts/slideLayout1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12" Type="http://schemas.openxmlformats.org/officeDocument/2006/relationships/image" Target="../media/image61.png"/><Relationship Id="rId2" Type="http://schemas.openxmlformats.org/officeDocument/2006/relationships/diagramData" Target="../diagrams/data10.xml"/><Relationship Id="rId1" Type="http://schemas.openxmlformats.org/officeDocument/2006/relationships/slideLayout" Target="../slideLayouts/slideLayout16.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62.png"/><Relationship Id="rId1" Type="http://schemas.openxmlformats.org/officeDocument/2006/relationships/slideLayout" Target="../slideLayouts/slideLayout1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6.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0.xml.rels><?xml version="1.0" encoding="UTF-8" standalone="yes"?>
<Relationships xmlns="http://schemas.openxmlformats.org/package/2006/relationships"><Relationship Id="rId2" Type="http://schemas.openxmlformats.org/officeDocument/2006/relationships/hyperlink" Target="mailto:subin.rai.a.x@walmart.com" TargetMode="Externa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AE6FF297-3495-495E-A602-117FEE56FBF1}"/>
              </a:ext>
            </a:extLst>
          </p:cNvPr>
          <p:cNvSpPr>
            <a:spLocks noGrp="1"/>
          </p:cNvSpPr>
          <p:nvPr>
            <p:ph type="subTitle" idx="1"/>
          </p:nvPr>
        </p:nvSpPr>
        <p:spPr>
          <a:xfrm>
            <a:off x="532334" y="4544698"/>
            <a:ext cx="6259003" cy="424732"/>
          </a:xfrm>
        </p:spPr>
        <p:txBody>
          <a:bodyPr/>
          <a:lstStyle/>
          <a:p>
            <a:r>
              <a:rPr lang="en-US" dirty="0"/>
              <a:t> </a:t>
            </a:r>
          </a:p>
        </p:txBody>
      </p:sp>
      <p:sp>
        <p:nvSpPr>
          <p:cNvPr id="6" name="Text Placeholder 5">
            <a:extLst>
              <a:ext uri="{FF2B5EF4-FFF2-40B4-BE49-F238E27FC236}">
                <a16:creationId xmlns:a16="http://schemas.microsoft.com/office/drawing/2014/main" id="{0C37A4A8-A3C7-407F-B123-88E2E165C827}"/>
              </a:ext>
            </a:extLst>
          </p:cNvPr>
          <p:cNvSpPr>
            <a:spLocks noGrp="1"/>
          </p:cNvSpPr>
          <p:nvPr>
            <p:ph type="body" sz="quarter" idx="12"/>
          </p:nvPr>
        </p:nvSpPr>
        <p:spPr>
          <a:xfrm>
            <a:off x="539615" y="2622542"/>
            <a:ext cx="10525125" cy="1678408"/>
          </a:xfrm>
        </p:spPr>
        <p:txBody>
          <a:bodyPr anchor="b">
            <a:spAutoFit/>
          </a:bodyPr>
          <a:lstStyle/>
          <a:p>
            <a:r>
              <a:rPr lang="en-US" sz="3200" dirty="0"/>
              <a:t>Certification in Advanced Tech Service Engineering</a:t>
            </a:r>
          </a:p>
          <a:p>
            <a:r>
              <a:rPr lang="en-US" sz="3200" dirty="0">
                <a:latin typeface="Arial"/>
                <a:cs typeface="Arial"/>
              </a:rPr>
              <a:t>Predictive– Case study </a:t>
            </a:r>
            <a:endParaRPr lang="en-US" sz="3200" dirty="0"/>
          </a:p>
          <a:p>
            <a:r>
              <a:rPr lang="en-US" sz="3200" dirty="0"/>
              <a:t>&lt;Case Study - Predictive&gt;</a:t>
            </a:r>
          </a:p>
        </p:txBody>
      </p:sp>
      <p:sp>
        <p:nvSpPr>
          <p:cNvPr id="13" name="TextBox 12">
            <a:extLst>
              <a:ext uri="{FF2B5EF4-FFF2-40B4-BE49-F238E27FC236}">
                <a16:creationId xmlns:a16="http://schemas.microsoft.com/office/drawing/2014/main" id="{C48F8DD6-A1B3-8126-FAC3-218B712C7FFB}"/>
              </a:ext>
            </a:extLst>
          </p:cNvPr>
          <p:cNvSpPr txBox="1"/>
          <p:nvPr/>
        </p:nvSpPr>
        <p:spPr>
          <a:xfrm>
            <a:off x="671842" y="4646264"/>
            <a:ext cx="5022574" cy="1200329"/>
          </a:xfrm>
          <a:prstGeom prst="rect">
            <a:avLst/>
          </a:prstGeom>
          <a:noFill/>
        </p:spPr>
        <p:txBody>
          <a:bodyPr wrap="square" rtlCol="0">
            <a:spAutoFit/>
          </a:bodyPr>
          <a:lstStyle/>
          <a:p>
            <a:r>
              <a:rPr lang="en-IN" b="1" dirty="0">
                <a:solidFill>
                  <a:schemeClr val="bg1"/>
                </a:solidFill>
              </a:rPr>
              <a:t>&lt;Batch 2&gt;</a:t>
            </a:r>
          </a:p>
          <a:p>
            <a:r>
              <a:rPr lang="en-IN" b="1" dirty="0">
                <a:solidFill>
                  <a:schemeClr val="bg1"/>
                </a:solidFill>
              </a:rPr>
              <a:t>&lt;Group 12- Slytherin&gt;</a:t>
            </a:r>
          </a:p>
          <a:p>
            <a:endParaRPr lang="en-IN" b="1" dirty="0">
              <a:solidFill>
                <a:schemeClr val="bg1"/>
              </a:solidFill>
            </a:endParaRPr>
          </a:p>
          <a:p>
            <a:r>
              <a:rPr lang="en-IN" b="1" dirty="0">
                <a:solidFill>
                  <a:schemeClr val="bg1"/>
                </a:solidFill>
              </a:rPr>
              <a:t>&lt;18-March-2023&gt;</a:t>
            </a:r>
          </a:p>
        </p:txBody>
      </p:sp>
      <p:grpSp>
        <p:nvGrpSpPr>
          <p:cNvPr id="7" name="Group 6">
            <a:extLst>
              <a:ext uri="{FF2B5EF4-FFF2-40B4-BE49-F238E27FC236}">
                <a16:creationId xmlns:a16="http://schemas.microsoft.com/office/drawing/2014/main" id="{EE9BE476-4E72-25F2-C6F4-5EDE100DBBAE}"/>
              </a:ext>
            </a:extLst>
          </p:cNvPr>
          <p:cNvGrpSpPr/>
          <p:nvPr/>
        </p:nvGrpSpPr>
        <p:grpSpPr>
          <a:xfrm>
            <a:off x="6096000" y="705079"/>
            <a:ext cx="5864661" cy="714125"/>
            <a:chOff x="6202495" y="826265"/>
            <a:chExt cx="5864661" cy="714125"/>
          </a:xfrm>
        </p:grpSpPr>
        <p:sp>
          <p:nvSpPr>
            <p:cNvPr id="4" name="Rectangle 3">
              <a:extLst>
                <a:ext uri="{FF2B5EF4-FFF2-40B4-BE49-F238E27FC236}">
                  <a16:creationId xmlns:a16="http://schemas.microsoft.com/office/drawing/2014/main" id="{257E4052-6DA1-D515-8D8A-1312F8C28638}"/>
                </a:ext>
              </a:extLst>
            </p:cNvPr>
            <p:cNvSpPr/>
            <p:nvPr/>
          </p:nvSpPr>
          <p:spPr>
            <a:xfrm>
              <a:off x="6202495" y="826265"/>
              <a:ext cx="5864661" cy="7141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482B8CC9-895E-6761-4A3A-B66A225CD8D0}"/>
                </a:ext>
              </a:extLst>
            </p:cNvPr>
            <p:cNvPicPr>
              <a:picLocks noChangeAspect="1"/>
            </p:cNvPicPr>
            <p:nvPr/>
          </p:nvPicPr>
          <p:blipFill>
            <a:blip r:embed="rId2"/>
            <a:stretch>
              <a:fillRect/>
            </a:stretch>
          </p:blipFill>
          <p:spPr>
            <a:xfrm>
              <a:off x="6268138" y="838659"/>
              <a:ext cx="5715000" cy="685800"/>
            </a:xfrm>
            <a:prstGeom prst="rect">
              <a:avLst/>
            </a:prstGeom>
          </p:spPr>
        </p:pic>
      </p:grpSp>
    </p:spTree>
    <p:extLst>
      <p:ext uri="{BB962C8B-B14F-4D97-AF65-F5344CB8AC3E}">
        <p14:creationId xmlns:p14="http://schemas.microsoft.com/office/powerpoint/2010/main" val="326777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494616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Plan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42900" indent="-342900">
              <a:buFont typeface="Wingdings" panose="05000000000000000000" pitchFamily="2" charset="2"/>
              <a:buChar char="ü"/>
            </a:pPr>
            <a:r>
              <a:rPr lang="en-US" sz="2000" dirty="0">
                <a:solidFill>
                  <a:schemeClr val="tx1"/>
                </a:solidFill>
              </a:rPr>
              <a:t>Team introduction</a:t>
            </a:r>
          </a:p>
          <a:p>
            <a:pPr marL="342900" indent="-342900">
              <a:buFont typeface="Wingdings" panose="05000000000000000000" pitchFamily="2" charset="2"/>
              <a:buChar char="ü"/>
            </a:pPr>
            <a:endParaRPr lang="en-US" sz="2000" dirty="0">
              <a:solidFill>
                <a:schemeClr val="tx1"/>
              </a:solidFill>
            </a:endParaRPr>
          </a:p>
          <a:p>
            <a:pPr marL="342900" indent="-342900">
              <a:buFont typeface="Wingdings" panose="05000000000000000000" pitchFamily="2" charset="2"/>
              <a:buChar char="ü"/>
            </a:pPr>
            <a:r>
              <a:rPr lang="en-US" sz="2000" dirty="0">
                <a:solidFill>
                  <a:schemeClr val="tx1"/>
                </a:solidFill>
              </a:rPr>
              <a:t>Predictive module overview</a:t>
            </a:r>
            <a:endParaRPr lang="en-US" sz="2000" dirty="0">
              <a:solidFill>
                <a:schemeClr val="tx1"/>
              </a:solidFill>
              <a:cs typeface="Arial"/>
            </a:endParaRPr>
          </a:p>
          <a:p>
            <a:pPr marL="342900" indent="-342900">
              <a:buFont typeface="Wingdings" panose="05000000000000000000" pitchFamily="2" charset="2"/>
              <a:buChar char="ü"/>
            </a:pPr>
            <a:endParaRPr lang="en-US" sz="2000" dirty="0">
              <a:solidFill>
                <a:schemeClr val="tx1"/>
              </a:solidFill>
            </a:endParaRPr>
          </a:p>
          <a:p>
            <a:pPr marL="342900" indent="-342900">
              <a:buFont typeface="Wingdings" panose="05000000000000000000" pitchFamily="2" charset="2"/>
              <a:buChar char="ü"/>
            </a:pPr>
            <a:r>
              <a:rPr lang="en-US" sz="2000" dirty="0">
                <a:solidFill>
                  <a:schemeClr val="tx1"/>
                </a:solidFill>
              </a:rPr>
              <a:t>Introduction to case study</a:t>
            </a:r>
          </a:p>
          <a:p>
            <a:pPr marL="342900" indent="-342900">
              <a:buFont typeface="Wingdings" panose="05000000000000000000" pitchFamily="2" charset="2"/>
              <a:buChar char="ü"/>
            </a:pPr>
            <a:endParaRPr lang="en-US" sz="2000" dirty="0">
              <a:solidFill>
                <a:schemeClr val="tx1"/>
              </a:solidFill>
            </a:endParaRPr>
          </a:p>
          <a:p>
            <a:pPr marL="342900" indent="-342900">
              <a:buFont typeface="Wingdings" panose="05000000000000000000" pitchFamily="2" charset="2"/>
              <a:buChar char="ü"/>
            </a:pPr>
            <a:r>
              <a:rPr lang="en-US" sz="2000" dirty="0">
                <a:solidFill>
                  <a:schemeClr val="tx1"/>
                </a:solidFill>
              </a:rPr>
              <a:t>Case study solution design</a:t>
            </a:r>
          </a:p>
          <a:p>
            <a:pPr marL="342900" indent="-342900">
              <a:buFont typeface="Wingdings" panose="05000000000000000000" pitchFamily="2" charset="2"/>
              <a:buChar char="ü"/>
            </a:pPr>
            <a:endParaRPr lang="en-US" sz="2000" dirty="0">
              <a:solidFill>
                <a:schemeClr val="tx1"/>
              </a:solidFill>
            </a:endParaRPr>
          </a:p>
          <a:p>
            <a:pPr marL="342900" indent="-342900">
              <a:buFont typeface="Wingdings" panose="05000000000000000000" pitchFamily="2" charset="2"/>
              <a:buChar char="ü"/>
            </a:pPr>
            <a:r>
              <a:rPr lang="en-US" sz="2000" dirty="0">
                <a:solidFill>
                  <a:schemeClr val="tx1"/>
                </a:solidFill>
              </a:rPr>
              <a:t>Case study solution implementation</a:t>
            </a:r>
          </a:p>
          <a:p>
            <a:pPr marL="342900" indent="-342900">
              <a:buFont typeface="Wingdings" panose="05000000000000000000" pitchFamily="2" charset="2"/>
              <a:buChar char="ü"/>
            </a:pPr>
            <a:endParaRPr lang="en-US" sz="2000" dirty="0">
              <a:solidFill>
                <a:schemeClr val="tx1"/>
              </a:solidFill>
            </a:endParaRPr>
          </a:p>
          <a:p>
            <a:pPr marL="342900" indent="-342900">
              <a:buFont typeface="Wingdings" panose="05000000000000000000" pitchFamily="2" charset="2"/>
              <a:buChar char="ü"/>
            </a:pPr>
            <a:r>
              <a:rPr lang="en-US" sz="2000" dirty="0">
                <a:solidFill>
                  <a:schemeClr val="tx1"/>
                </a:solidFill>
              </a:rPr>
              <a:t>Learnings &amp; enhancements</a:t>
            </a: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187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09" y="484742"/>
            <a:ext cx="11024213"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Team introduction – &lt;Team Name&gt;</a:t>
            </a:r>
            <a:endParaRPr lang="en-IN" sz="2400" b="1" dirty="0">
              <a:effectLst>
                <a:outerShdw blurRad="38100" dist="38100" dir="2700000" algn="tl">
                  <a:srgbClr val="000000">
                    <a:alpha val="43137"/>
                  </a:srgbClr>
                </a:outerShdw>
              </a:effectLst>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F3E7E601-D7F2-A43C-37FA-BD2736A077CF}"/>
              </a:ext>
            </a:extLst>
          </p:cNvPr>
          <p:cNvSpPr/>
          <p:nvPr/>
        </p:nvSpPr>
        <p:spPr>
          <a:xfrm>
            <a:off x="638976" y="1244907"/>
            <a:ext cx="5368887" cy="239066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Participant 1</a:t>
            </a:r>
          </a:p>
          <a:p>
            <a:r>
              <a:rPr lang="en-US" sz="1800" dirty="0">
                <a:solidFill>
                  <a:schemeClr val="tx1"/>
                </a:solidFill>
              </a:rPr>
              <a:t>Sathishkumar P H</a:t>
            </a:r>
          </a:p>
          <a:p>
            <a:r>
              <a:rPr lang="en-US" sz="1800" dirty="0">
                <a:solidFill>
                  <a:schemeClr val="tx1"/>
                </a:solidFill>
              </a:rPr>
              <a:t>Technology Services Engineer III</a:t>
            </a:r>
          </a:p>
          <a:p>
            <a:r>
              <a:rPr lang="en-US" sz="1800" dirty="0">
                <a:solidFill>
                  <a:schemeClr val="tx1"/>
                </a:solidFill>
              </a:rPr>
              <a:t>OMS</a:t>
            </a:r>
          </a:p>
          <a:p>
            <a:r>
              <a:rPr lang="en-US" sz="1800" u="sng" dirty="0">
                <a:solidFill>
                  <a:schemeClr val="accent3">
                    <a:lumMod val="75000"/>
                  </a:schemeClr>
                </a:solidFill>
                <a:latin typeface="Calibri" panose="020F0502020204030204" pitchFamily="34" charset="0"/>
              </a:rPr>
              <a:t>Sathishkumar.Ph@walmart.com</a:t>
            </a:r>
          </a:p>
          <a:p>
            <a:pPr algn="ctr"/>
            <a:endParaRPr lang="en-IN" b="1" dirty="0">
              <a:solidFill>
                <a:schemeClr val="tx1"/>
              </a:solidFill>
            </a:endParaRPr>
          </a:p>
        </p:txBody>
      </p:sp>
      <p:sp>
        <p:nvSpPr>
          <p:cNvPr id="10" name="Rectangle 9">
            <a:extLst>
              <a:ext uri="{FF2B5EF4-FFF2-40B4-BE49-F238E27FC236}">
                <a16:creationId xmlns:a16="http://schemas.microsoft.com/office/drawing/2014/main" id="{A9573E63-9C03-8FA4-2E01-B8257DB3CD67}"/>
              </a:ext>
            </a:extLst>
          </p:cNvPr>
          <p:cNvSpPr/>
          <p:nvPr/>
        </p:nvSpPr>
        <p:spPr>
          <a:xfrm>
            <a:off x="6312213" y="1230158"/>
            <a:ext cx="5377918" cy="2403794"/>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Participant 2</a:t>
            </a:r>
          </a:p>
          <a:p>
            <a:r>
              <a:rPr lang="en-US" sz="1800" dirty="0">
                <a:solidFill>
                  <a:schemeClr val="tx1"/>
                </a:solidFill>
              </a:rPr>
              <a:t>Swetha Gothandaraman</a:t>
            </a:r>
          </a:p>
          <a:p>
            <a:r>
              <a:rPr lang="en-US" sz="1800" dirty="0">
                <a:solidFill>
                  <a:schemeClr val="tx1"/>
                </a:solidFill>
              </a:rPr>
              <a:t>Technology Services Engineer III</a:t>
            </a:r>
          </a:p>
          <a:p>
            <a:r>
              <a:rPr lang="en-US" sz="1800" dirty="0" err="1">
                <a:solidFill>
                  <a:schemeClr val="tx1"/>
                </a:solidFill>
              </a:rPr>
              <a:t>DataOps</a:t>
            </a:r>
            <a:r>
              <a:rPr lang="en-US" sz="1800" dirty="0">
                <a:solidFill>
                  <a:schemeClr val="tx1"/>
                </a:solidFill>
              </a:rPr>
              <a:t> – Bedrock/ </a:t>
            </a:r>
            <a:r>
              <a:rPr lang="en-US" sz="1800" dirty="0" err="1">
                <a:solidFill>
                  <a:schemeClr val="tx1"/>
                </a:solidFill>
              </a:rPr>
              <a:t>USTech</a:t>
            </a:r>
            <a:endParaRPr lang="en-US" sz="1800" dirty="0">
              <a:solidFill>
                <a:schemeClr val="tx1"/>
              </a:solidFill>
            </a:endParaRPr>
          </a:p>
          <a:p>
            <a:r>
              <a:rPr lang="en-US" sz="1800" u="sng" dirty="0">
                <a:solidFill>
                  <a:schemeClr val="accent3">
                    <a:lumMod val="75000"/>
                  </a:schemeClr>
                </a:solidFill>
                <a:latin typeface="Calibri" panose="020F0502020204030204" pitchFamily="34" charset="0"/>
              </a:rPr>
              <a:t>Swetha.gothandaraman@walmart.com</a:t>
            </a:r>
          </a:p>
          <a:p>
            <a:endParaRPr lang="en-US" sz="1800" u="sng" dirty="0">
              <a:solidFill>
                <a:schemeClr val="accent3">
                  <a:lumMod val="75000"/>
                </a:schemeClr>
              </a:solidFill>
              <a:latin typeface="Calibri" panose="020F0502020204030204" pitchFamily="34" charset="0"/>
            </a:endParaRPr>
          </a:p>
        </p:txBody>
      </p:sp>
      <p:sp>
        <p:nvSpPr>
          <p:cNvPr id="11" name="Rectangle 10">
            <a:extLst>
              <a:ext uri="{FF2B5EF4-FFF2-40B4-BE49-F238E27FC236}">
                <a16:creationId xmlns:a16="http://schemas.microsoft.com/office/drawing/2014/main" id="{5F9524F3-791C-BF7F-36B7-D4B6E7C8FCB6}"/>
              </a:ext>
            </a:extLst>
          </p:cNvPr>
          <p:cNvSpPr/>
          <p:nvPr/>
        </p:nvSpPr>
        <p:spPr>
          <a:xfrm>
            <a:off x="638976" y="3904571"/>
            <a:ext cx="5368887" cy="239066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rPr>
              <a:t>Participant 3</a:t>
            </a:r>
          </a:p>
          <a:p>
            <a:r>
              <a:rPr lang="en-US" sz="1800" dirty="0">
                <a:solidFill>
                  <a:schemeClr val="tx1"/>
                </a:solidFill>
              </a:rPr>
              <a:t>Swetha Lakshman</a:t>
            </a:r>
          </a:p>
          <a:p>
            <a:r>
              <a:rPr lang="en-US" sz="1800" dirty="0">
                <a:solidFill>
                  <a:schemeClr val="tx1"/>
                </a:solidFill>
              </a:rPr>
              <a:t>Technology Services Engineer III</a:t>
            </a:r>
          </a:p>
          <a:p>
            <a:r>
              <a:rPr lang="en-US" sz="1800" dirty="0">
                <a:solidFill>
                  <a:schemeClr val="tx1"/>
                </a:solidFill>
              </a:rPr>
              <a:t>Replenishment</a:t>
            </a:r>
          </a:p>
          <a:p>
            <a:r>
              <a:rPr lang="en-US" sz="1800" u="sng" dirty="0">
                <a:solidFill>
                  <a:schemeClr val="accent3">
                    <a:lumMod val="75000"/>
                  </a:schemeClr>
                </a:solidFill>
                <a:latin typeface="Calibri" panose="020F0502020204030204" pitchFamily="34" charset="0"/>
              </a:rPr>
              <a:t>Swetha.Lakshman@walmart.com</a:t>
            </a:r>
          </a:p>
          <a:p>
            <a:pPr algn="ctr"/>
            <a:endParaRPr lang="en-IN" b="1" dirty="0">
              <a:solidFill>
                <a:schemeClr val="tx1"/>
              </a:solidFill>
            </a:endParaRPr>
          </a:p>
        </p:txBody>
      </p:sp>
      <p:sp>
        <p:nvSpPr>
          <p:cNvPr id="12" name="Rectangle 11">
            <a:extLst>
              <a:ext uri="{FF2B5EF4-FFF2-40B4-BE49-F238E27FC236}">
                <a16:creationId xmlns:a16="http://schemas.microsoft.com/office/drawing/2014/main" id="{BB0444D2-F9D4-9FB8-4C46-D327A514DD73}"/>
              </a:ext>
            </a:extLst>
          </p:cNvPr>
          <p:cNvSpPr/>
          <p:nvPr/>
        </p:nvSpPr>
        <p:spPr>
          <a:xfrm>
            <a:off x="6312213" y="3904571"/>
            <a:ext cx="5368887" cy="239066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Participant 4</a:t>
            </a:r>
          </a:p>
          <a:p>
            <a:r>
              <a:rPr lang="en-US" sz="1600" dirty="0" err="1">
                <a:solidFill>
                  <a:schemeClr val="tx1"/>
                </a:solidFill>
              </a:rPr>
              <a:t>Wazid</a:t>
            </a:r>
            <a:r>
              <a:rPr lang="en-US" sz="1600" dirty="0">
                <a:solidFill>
                  <a:schemeClr val="tx1"/>
                </a:solidFill>
              </a:rPr>
              <a:t> Shaik</a:t>
            </a:r>
          </a:p>
          <a:p>
            <a:r>
              <a:rPr lang="en-US" sz="1600" dirty="0">
                <a:solidFill>
                  <a:schemeClr val="tx1"/>
                </a:solidFill>
              </a:rPr>
              <a:t>Technology Services Engineer III</a:t>
            </a:r>
          </a:p>
          <a:p>
            <a:r>
              <a:rPr lang="en-US" sz="1600" u="sng">
                <a:solidFill>
                  <a:schemeClr val="accent3">
                    <a:lumMod val="75000"/>
                  </a:schemeClr>
                </a:solidFill>
                <a:latin typeface="Calibri" panose="020F0502020204030204" pitchFamily="34" charset="0"/>
              </a:rPr>
              <a:t>Wazid</a:t>
            </a:r>
            <a:r>
              <a:rPr lang="en-US" sz="1600" u="sng" dirty="0">
                <a:solidFill>
                  <a:schemeClr val="accent3">
                    <a:lumMod val="75000"/>
                  </a:schemeClr>
                </a:solidFill>
                <a:latin typeface="Calibri" panose="020F0502020204030204" pitchFamily="34" charset="0"/>
              </a:rPr>
              <a:t>.Shaik@walmart.com</a:t>
            </a:r>
          </a:p>
          <a:p>
            <a:pPr algn="ctr"/>
            <a:endParaRPr lang="en-IN" sz="1600" b="1" dirty="0">
              <a:solidFill>
                <a:schemeClr val="tx1"/>
              </a:solidFill>
            </a:endParaRPr>
          </a:p>
        </p:txBody>
      </p:sp>
      <p:pic>
        <p:nvPicPr>
          <p:cNvPr id="4" name="Picture 3" descr="A picture containing person, indoor, wall, person&#10;&#10;Description automatically generated">
            <a:extLst>
              <a:ext uri="{FF2B5EF4-FFF2-40B4-BE49-F238E27FC236}">
                <a16:creationId xmlns:a16="http://schemas.microsoft.com/office/drawing/2014/main" id="{52C2682D-5019-43CC-2EB2-D3B8DCDA805E}"/>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0156103" y="1322794"/>
            <a:ext cx="1478733" cy="2141571"/>
          </a:xfrm>
          <a:prstGeom prst="rect">
            <a:avLst/>
          </a:prstGeom>
        </p:spPr>
      </p:pic>
      <p:pic>
        <p:nvPicPr>
          <p:cNvPr id="6" name="Picture 5" descr="A picture containing tree, outdoor, ground, person&#10;&#10;Description automatically generated">
            <a:extLst>
              <a:ext uri="{FF2B5EF4-FFF2-40B4-BE49-F238E27FC236}">
                <a16:creationId xmlns:a16="http://schemas.microsoft.com/office/drawing/2014/main" id="{E07E82E3-B49D-AE61-03A6-041661DF8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0386" y="3985220"/>
            <a:ext cx="1401390" cy="2185296"/>
          </a:xfrm>
          <a:prstGeom prst="rect">
            <a:avLst/>
          </a:prstGeom>
        </p:spPr>
      </p:pic>
      <p:pic>
        <p:nvPicPr>
          <p:cNvPr id="8" name="Picture 7" descr="A person smiling for the camera&#10;&#10;Description automatically generated with medium confidence">
            <a:extLst>
              <a:ext uri="{FF2B5EF4-FFF2-40B4-BE49-F238E27FC236}">
                <a16:creationId xmlns:a16="http://schemas.microsoft.com/office/drawing/2014/main" id="{A34EEF2F-FC46-56CA-8929-890180A2278E}"/>
              </a:ext>
            </a:extLst>
          </p:cNvPr>
          <p:cNvPicPr>
            <a:picLocks noChangeAspect="1"/>
          </p:cNvPicPr>
          <p:nvPr/>
        </p:nvPicPr>
        <p:blipFill rotWithShape="1">
          <a:blip r:embed="rId4" cstate="screen">
            <a:extLst>
              <a:ext uri="{28A0092B-C50C-407E-A947-70E740481C1C}">
                <a14:useLocalDpi xmlns:a14="http://schemas.microsoft.com/office/drawing/2010/main" val="0"/>
              </a:ext>
            </a:extLst>
          </a:blip>
          <a:srcRect t="26609" r="7446"/>
          <a:stretch/>
        </p:blipFill>
        <p:spPr>
          <a:xfrm>
            <a:off x="4178520" y="1322794"/>
            <a:ext cx="1712634" cy="2106206"/>
          </a:xfrm>
          <a:prstGeom prst="rect">
            <a:avLst/>
          </a:prstGeom>
        </p:spPr>
      </p:pic>
      <p:pic>
        <p:nvPicPr>
          <p:cNvPr id="14" name="Picture 13">
            <a:extLst>
              <a:ext uri="{FF2B5EF4-FFF2-40B4-BE49-F238E27FC236}">
                <a16:creationId xmlns:a16="http://schemas.microsoft.com/office/drawing/2014/main" id="{D9667FAC-FF5C-4B77-A9B5-33DBB50C5A4D}"/>
              </a:ext>
            </a:extLst>
          </p:cNvPr>
          <p:cNvPicPr>
            <a:picLocks noChangeAspect="1"/>
          </p:cNvPicPr>
          <p:nvPr/>
        </p:nvPicPr>
        <p:blipFill>
          <a:blip r:embed="rId5"/>
          <a:stretch>
            <a:fillRect/>
          </a:stretch>
        </p:blipFill>
        <p:spPr>
          <a:xfrm>
            <a:off x="9616883" y="3917703"/>
            <a:ext cx="1905165" cy="2389077"/>
          </a:xfrm>
          <a:prstGeom prst="rect">
            <a:avLst/>
          </a:prstGeom>
        </p:spPr>
      </p:pic>
    </p:spTree>
    <p:extLst>
      <p:ext uri="{BB962C8B-B14F-4D97-AF65-F5344CB8AC3E}">
        <p14:creationId xmlns:p14="http://schemas.microsoft.com/office/powerpoint/2010/main" val="3023193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4946160" cy="461665"/>
          </a:xfrm>
          <a:prstGeom prst="rect">
            <a:avLst/>
          </a:prstGeom>
          <a:noFill/>
        </p:spPr>
        <p:txBody>
          <a:bodyPr wrap="square" lIns="91440" tIns="45720" rIns="91440" bIns="45720" rtlCol="0" anchor="t">
            <a:spAutoFit/>
          </a:bodyPr>
          <a:lstStyle/>
          <a:p>
            <a:r>
              <a:rPr lang="en-US" sz="2400" b="1" dirty="0">
                <a:effectLst>
                  <a:outerShdw blurRad="38100" dist="38100" dir="2700000" algn="tl">
                    <a:srgbClr val="000000">
                      <a:alpha val="43137"/>
                    </a:srgbClr>
                  </a:outerShdw>
                </a:effectLst>
              </a:rPr>
              <a:t>Predictive Overview</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83990" y="1334699"/>
            <a:ext cx="10467638" cy="8251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42900" indent="-342900">
              <a:buFont typeface="Wingdings" panose="05000000000000000000" pitchFamily="2" charset="2"/>
              <a:buChar char="Ø"/>
            </a:pPr>
            <a:r>
              <a:rPr lang="en-US" sz="2000" dirty="0">
                <a:solidFill>
                  <a:srgbClr val="000000"/>
                </a:solidFill>
                <a:latin typeface="benton-sans"/>
              </a:rPr>
              <a:t>P</a:t>
            </a:r>
            <a:r>
              <a:rPr lang="en-US" sz="2000" b="0" i="0" dirty="0">
                <a:solidFill>
                  <a:srgbClr val="000000"/>
                </a:solidFill>
                <a:effectLst/>
                <a:latin typeface="benton-sans"/>
              </a:rPr>
              <a:t>redictive analytics uses advanced mathematica</a:t>
            </a:r>
            <a:r>
              <a:rPr lang="en-US" sz="2000" dirty="0">
                <a:solidFill>
                  <a:srgbClr val="000000"/>
                </a:solidFill>
                <a:latin typeface="benton-sans"/>
              </a:rPr>
              <a:t>l model</a:t>
            </a:r>
            <a:r>
              <a:rPr lang="en-US" sz="2000" b="0" i="0" dirty="0">
                <a:solidFill>
                  <a:srgbClr val="000000"/>
                </a:solidFill>
                <a:effectLst/>
                <a:latin typeface="benton-sans"/>
              </a:rPr>
              <a:t> to examine patterns in current and historical data in order to predict “What will happen in the future?”</a:t>
            </a:r>
          </a:p>
          <a:p>
            <a:endParaRPr lang="en-US" sz="2000" dirty="0">
              <a:solidFill>
                <a:srgbClr val="000000"/>
              </a:solidFill>
              <a:latin typeface="benton-sans"/>
            </a:endParaRPr>
          </a:p>
          <a:p>
            <a:endParaRPr lang="en-US" sz="2000" b="0" i="0" dirty="0">
              <a:solidFill>
                <a:srgbClr val="000000"/>
              </a:solidFill>
              <a:effectLst/>
              <a:latin typeface="benton-sans"/>
            </a:endParaRPr>
          </a:p>
          <a:p>
            <a:endParaRPr lang="en-US" sz="2000" b="0" i="0" dirty="0">
              <a:solidFill>
                <a:schemeClr val="tx1"/>
              </a:solidFill>
              <a:effectLst/>
              <a:latin typeface="benton-sans"/>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5ABE7D5-5188-24A2-E691-7E058B5B2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388" y="2159877"/>
            <a:ext cx="4562474" cy="3471447"/>
          </a:xfrm>
          <a:prstGeom prst="rect">
            <a:avLst/>
          </a:prstGeom>
        </p:spPr>
      </p:pic>
      <p:sp>
        <p:nvSpPr>
          <p:cNvPr id="9" name="Rectangle 8">
            <a:extLst>
              <a:ext uri="{FF2B5EF4-FFF2-40B4-BE49-F238E27FC236}">
                <a16:creationId xmlns:a16="http://schemas.microsoft.com/office/drawing/2014/main" id="{97AC40DE-0DE4-EB4A-0561-EF053CC943B0}"/>
              </a:ext>
            </a:extLst>
          </p:cNvPr>
          <p:cNvSpPr/>
          <p:nvPr/>
        </p:nvSpPr>
        <p:spPr>
          <a:xfrm>
            <a:off x="583989" y="2120113"/>
            <a:ext cx="6646544" cy="37525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42900" indent="-342900">
              <a:buFont typeface="Wingdings" panose="05000000000000000000" pitchFamily="2" charset="2"/>
              <a:buChar char="Ø"/>
            </a:pPr>
            <a:r>
              <a:rPr lang="en-US" sz="2000" dirty="0">
                <a:solidFill>
                  <a:schemeClr val="tx1"/>
                </a:solidFill>
                <a:latin typeface="benton-sans"/>
              </a:rPr>
              <a:t>Predictive analysis can be used in number of different applications such as Supply Chain, Financial Services, Human Resources etc. Example:</a:t>
            </a:r>
          </a:p>
          <a:p>
            <a:pPr marL="800100" lvl="1" indent="-342900">
              <a:buFont typeface="Arial" panose="020B0604020202020204" pitchFamily="34" charset="0"/>
              <a:buChar char="•"/>
            </a:pPr>
            <a:r>
              <a:rPr lang="en-US" sz="2000" b="1" dirty="0">
                <a:solidFill>
                  <a:schemeClr val="tx1"/>
                </a:solidFill>
                <a:latin typeface="benton-sans"/>
              </a:rPr>
              <a:t>Supply Chain: </a:t>
            </a:r>
            <a:r>
              <a:rPr lang="en-US" sz="2000" dirty="0">
                <a:solidFill>
                  <a:schemeClr val="tx1"/>
                </a:solidFill>
                <a:latin typeface="benton-sans"/>
              </a:rPr>
              <a:t>We can</a:t>
            </a:r>
            <a:r>
              <a:rPr lang="en-US" sz="2000" b="0" i="0" dirty="0">
                <a:solidFill>
                  <a:srgbClr val="111111"/>
                </a:solidFill>
                <a:effectLst/>
                <a:latin typeface="SourceSansPro"/>
              </a:rPr>
              <a:t> predict and manage inventory levels and pricing strategies. </a:t>
            </a:r>
          </a:p>
          <a:p>
            <a:pPr marL="800100" lvl="1" indent="-342900">
              <a:buFont typeface="Arial" panose="020B0604020202020204" pitchFamily="34" charset="0"/>
              <a:buChar char="•"/>
            </a:pPr>
            <a:r>
              <a:rPr lang="en-US" sz="2000" b="0" i="0" dirty="0">
                <a:solidFill>
                  <a:srgbClr val="111111"/>
                </a:solidFill>
                <a:effectLst/>
                <a:latin typeface="SourceSansPro"/>
              </a:rPr>
              <a:t>Supply chain predictive analytics use historical data and statistical models to forecast future supply chain performance, demand, and potential disruptions. </a:t>
            </a:r>
            <a:endParaRPr lang="en-US" sz="2000" dirty="0">
              <a:solidFill>
                <a:schemeClr val="tx1"/>
              </a:solidFill>
              <a:latin typeface="benton-sans"/>
            </a:endParaRPr>
          </a:p>
          <a:p>
            <a:endParaRPr lang="en-US" sz="2000" dirty="0">
              <a:solidFill>
                <a:schemeClr val="tx1"/>
              </a:solidFill>
              <a:latin typeface="benton-sans"/>
            </a:endParaRPr>
          </a:p>
          <a:p>
            <a:endParaRPr lang="en-US" sz="2000" b="0" i="0" dirty="0">
              <a:solidFill>
                <a:srgbClr val="000000"/>
              </a:solidFill>
              <a:effectLst/>
              <a:latin typeface="benton-sans"/>
            </a:endParaRPr>
          </a:p>
        </p:txBody>
      </p:sp>
    </p:spTree>
    <p:extLst>
      <p:ext uri="{BB962C8B-B14F-4D97-AF65-F5344CB8AC3E}">
        <p14:creationId xmlns:p14="http://schemas.microsoft.com/office/powerpoint/2010/main" val="1345837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494616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Introduction to case study</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946407"/>
            <a:ext cx="10939749" cy="5333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In this case study, we have utilized the given incident data from an IT Service Management to build a predictive model to find the estimate time taken to resolve an incident based on the below steps.</a:t>
            </a:r>
          </a:p>
          <a:p>
            <a:endParaRPr lang="en-US" sz="2000" b="1" dirty="0">
              <a:solidFill>
                <a:schemeClr val="tx1"/>
              </a:solidFill>
            </a:endParaRPr>
          </a:p>
          <a:p>
            <a:r>
              <a:rPr lang="en-US" sz="2000" dirty="0"/>
              <a:t>relationships between </a:t>
            </a:r>
            <a:r>
              <a:rPr lang="en-US" sz="2000" dirty="0" err="1"/>
              <a:t>drent</a:t>
            </a:r>
            <a:r>
              <a:rPr lang="en-US" sz="2000" dirty="0"/>
              <a:t> incident factor</a:t>
            </a:r>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2">
            <a:extLst>
              <a:ext uri="{FF2B5EF4-FFF2-40B4-BE49-F238E27FC236}">
                <a16:creationId xmlns:a16="http://schemas.microsoft.com/office/drawing/2014/main" id="{7AC980C2-34A3-D122-82D8-9F2AC6BE94FA}"/>
              </a:ext>
            </a:extLst>
          </p:cNvPr>
          <p:cNvGraphicFramePr>
            <a:graphicFrameLocks noGrp="1"/>
          </p:cNvGraphicFramePr>
          <p:nvPr>
            <p:ph idx="1"/>
            <p:extLst>
              <p:ext uri="{D42A27DB-BD31-4B8C-83A1-F6EECF244321}">
                <p14:modId xmlns:p14="http://schemas.microsoft.com/office/powerpoint/2010/main" val="1347226870"/>
              </p:ext>
            </p:extLst>
          </p:nvPr>
        </p:nvGraphicFramePr>
        <p:xfrm>
          <a:off x="431800" y="2337241"/>
          <a:ext cx="11426059" cy="37403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2931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494616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benefits</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76A17BC5-BFED-ED26-CA14-C43766E2E751}"/>
              </a:ext>
            </a:extLst>
          </p:cNvPr>
          <p:cNvGraphicFramePr>
            <a:graphicFrameLocks/>
          </p:cNvGraphicFramePr>
          <p:nvPr>
            <p:extLst>
              <p:ext uri="{D42A27DB-BD31-4B8C-83A1-F6EECF244321}">
                <p14:modId xmlns:p14="http://schemas.microsoft.com/office/powerpoint/2010/main" val="3670205098"/>
              </p:ext>
            </p:extLst>
          </p:nvPr>
        </p:nvGraphicFramePr>
        <p:xfrm>
          <a:off x="1064171" y="1225002"/>
          <a:ext cx="10404387" cy="44939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5371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989287"/>
            <a:ext cx="10939749" cy="5290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B496047-942C-E1F1-AC4C-A56EE4430E54}"/>
              </a:ext>
            </a:extLst>
          </p:cNvPr>
          <p:cNvSpPr>
            <a:spLocks noGrp="1"/>
          </p:cNvSpPr>
          <p:nvPr>
            <p:ph idx="1"/>
          </p:nvPr>
        </p:nvSpPr>
        <p:spPr>
          <a:xfrm>
            <a:off x="572652" y="942942"/>
            <a:ext cx="6868672" cy="2525228"/>
          </a:xfrm>
        </p:spPr>
        <p:txBody>
          <a:bodyPr>
            <a:normAutofit/>
          </a:bodyPr>
          <a:lstStyle/>
          <a:p>
            <a:pPr>
              <a:lnSpc>
                <a:spcPct val="110000"/>
              </a:lnSpc>
            </a:pPr>
            <a:endParaRPr lang="en-US" sz="1500" dirty="0"/>
          </a:p>
          <a:p>
            <a:pPr>
              <a:lnSpc>
                <a:spcPct val="110000"/>
              </a:lnSpc>
            </a:pPr>
            <a:endParaRPr lang="en-US" sz="1500" dirty="0"/>
          </a:p>
          <a:p>
            <a:pPr>
              <a:lnSpc>
                <a:spcPct val="110000"/>
              </a:lnSpc>
            </a:pPr>
            <a:endParaRPr lang="en-US" sz="1500" dirty="0"/>
          </a:p>
        </p:txBody>
      </p:sp>
      <p:graphicFrame>
        <p:nvGraphicFramePr>
          <p:cNvPr id="14" name="Content Placeholder 2">
            <a:extLst>
              <a:ext uri="{FF2B5EF4-FFF2-40B4-BE49-F238E27FC236}">
                <a16:creationId xmlns:a16="http://schemas.microsoft.com/office/drawing/2014/main" id="{7777ED69-786C-9F5F-F088-A3B79E53D6FC}"/>
              </a:ext>
            </a:extLst>
          </p:cNvPr>
          <p:cNvGraphicFramePr>
            <a:graphicFrameLocks/>
          </p:cNvGraphicFramePr>
          <p:nvPr>
            <p:extLst>
              <p:ext uri="{D42A27DB-BD31-4B8C-83A1-F6EECF244321}">
                <p14:modId xmlns:p14="http://schemas.microsoft.com/office/powerpoint/2010/main" val="3059970112"/>
              </p:ext>
            </p:extLst>
          </p:nvPr>
        </p:nvGraphicFramePr>
        <p:xfrm>
          <a:off x="720253" y="1004810"/>
          <a:ext cx="6128416" cy="2349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Content Placeholder 4">
            <a:extLst>
              <a:ext uri="{FF2B5EF4-FFF2-40B4-BE49-F238E27FC236}">
                <a16:creationId xmlns:a16="http://schemas.microsoft.com/office/drawing/2014/main" id="{F62D7EDE-3EF2-65F4-88D6-D948E220777E}"/>
              </a:ext>
            </a:extLst>
          </p:cNvPr>
          <p:cNvPicPr>
            <a:picLocks noChangeAspect="1"/>
          </p:cNvPicPr>
          <p:nvPr/>
        </p:nvPicPr>
        <p:blipFill rotWithShape="1">
          <a:blip r:embed="rId7"/>
          <a:srcRect r="38258"/>
          <a:stretch/>
        </p:blipFill>
        <p:spPr>
          <a:xfrm>
            <a:off x="954578" y="3708724"/>
            <a:ext cx="5449332" cy="2536436"/>
          </a:xfrm>
          <a:prstGeom prst="rect">
            <a:avLst/>
          </a:prstGeom>
        </p:spPr>
      </p:pic>
      <p:pic>
        <p:nvPicPr>
          <p:cNvPr id="15" name="Picture 14">
            <a:extLst>
              <a:ext uri="{FF2B5EF4-FFF2-40B4-BE49-F238E27FC236}">
                <a16:creationId xmlns:a16="http://schemas.microsoft.com/office/drawing/2014/main" id="{39DCFAA1-D9CE-C4C1-A186-AF701268D217}"/>
              </a:ext>
            </a:extLst>
          </p:cNvPr>
          <p:cNvPicPr>
            <a:picLocks noChangeAspect="1"/>
          </p:cNvPicPr>
          <p:nvPr/>
        </p:nvPicPr>
        <p:blipFill rotWithShape="1">
          <a:blip r:embed="rId8"/>
          <a:srcRect l="-1" r="37777"/>
          <a:stretch/>
        </p:blipFill>
        <p:spPr>
          <a:xfrm>
            <a:off x="7076433" y="1269205"/>
            <a:ext cx="4941396" cy="4459791"/>
          </a:xfrm>
          <a:prstGeom prst="rect">
            <a:avLst/>
          </a:prstGeom>
        </p:spPr>
      </p:pic>
    </p:spTree>
    <p:extLst>
      <p:ext uri="{BB962C8B-B14F-4D97-AF65-F5344CB8AC3E}">
        <p14:creationId xmlns:p14="http://schemas.microsoft.com/office/powerpoint/2010/main" val="3783723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989287"/>
            <a:ext cx="10939749" cy="5290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B496047-942C-E1F1-AC4C-A56EE4430E54}"/>
              </a:ext>
            </a:extLst>
          </p:cNvPr>
          <p:cNvSpPr>
            <a:spLocks noGrp="1"/>
          </p:cNvSpPr>
          <p:nvPr>
            <p:ph idx="1"/>
          </p:nvPr>
        </p:nvSpPr>
        <p:spPr>
          <a:xfrm>
            <a:off x="572652" y="942942"/>
            <a:ext cx="6868672" cy="2525228"/>
          </a:xfrm>
        </p:spPr>
        <p:txBody>
          <a:bodyPr>
            <a:normAutofit/>
          </a:bodyPr>
          <a:lstStyle/>
          <a:p>
            <a:pPr>
              <a:lnSpc>
                <a:spcPct val="110000"/>
              </a:lnSpc>
            </a:pPr>
            <a:endParaRPr lang="en-US" sz="1500" dirty="0"/>
          </a:p>
          <a:p>
            <a:pPr>
              <a:lnSpc>
                <a:spcPct val="110000"/>
              </a:lnSpc>
            </a:pPr>
            <a:endParaRPr lang="en-US" sz="1500" dirty="0"/>
          </a:p>
          <a:p>
            <a:pPr>
              <a:lnSpc>
                <a:spcPct val="110000"/>
              </a:lnSpc>
            </a:pPr>
            <a:endParaRPr lang="en-US" sz="1500" dirty="0"/>
          </a:p>
        </p:txBody>
      </p:sp>
      <p:pic>
        <p:nvPicPr>
          <p:cNvPr id="13" name="Picture 12">
            <a:extLst>
              <a:ext uri="{FF2B5EF4-FFF2-40B4-BE49-F238E27FC236}">
                <a16:creationId xmlns:a16="http://schemas.microsoft.com/office/drawing/2014/main" id="{A3C2EA6B-0502-F7D0-DD1D-78389BF4D0AF}"/>
              </a:ext>
            </a:extLst>
          </p:cNvPr>
          <p:cNvPicPr>
            <a:picLocks noChangeAspect="1"/>
          </p:cNvPicPr>
          <p:nvPr/>
        </p:nvPicPr>
        <p:blipFill>
          <a:blip r:embed="rId2"/>
          <a:stretch>
            <a:fillRect/>
          </a:stretch>
        </p:blipFill>
        <p:spPr>
          <a:xfrm>
            <a:off x="455026" y="1052765"/>
            <a:ext cx="10191203" cy="3911121"/>
          </a:xfrm>
          <a:prstGeom prst="rect">
            <a:avLst/>
          </a:prstGeom>
        </p:spPr>
      </p:pic>
      <p:pic>
        <p:nvPicPr>
          <p:cNvPr id="16" name="Picture 15">
            <a:extLst>
              <a:ext uri="{FF2B5EF4-FFF2-40B4-BE49-F238E27FC236}">
                <a16:creationId xmlns:a16="http://schemas.microsoft.com/office/drawing/2014/main" id="{A14B8C7C-50B6-3033-F4CF-7E1A6D5B8FE7}"/>
              </a:ext>
            </a:extLst>
          </p:cNvPr>
          <p:cNvPicPr>
            <a:picLocks noChangeAspect="1"/>
          </p:cNvPicPr>
          <p:nvPr/>
        </p:nvPicPr>
        <p:blipFill>
          <a:blip r:embed="rId3"/>
          <a:stretch>
            <a:fillRect/>
          </a:stretch>
        </p:blipFill>
        <p:spPr>
          <a:xfrm>
            <a:off x="455025" y="4952468"/>
            <a:ext cx="10191203" cy="1567700"/>
          </a:xfrm>
          <a:prstGeom prst="rect">
            <a:avLst/>
          </a:prstGeom>
        </p:spPr>
      </p:pic>
    </p:spTree>
    <p:extLst>
      <p:ext uri="{BB962C8B-B14F-4D97-AF65-F5344CB8AC3E}">
        <p14:creationId xmlns:p14="http://schemas.microsoft.com/office/powerpoint/2010/main" val="3795665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indent="0">
              <a:lnSpc>
                <a:spcPct val="110000"/>
              </a:lnSpc>
              <a:buNone/>
            </a:pPr>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F5355D2-071F-1A33-837F-169A645540BC}"/>
              </a:ext>
            </a:extLst>
          </p:cNvPr>
          <p:cNvSpPr txBox="1"/>
          <p:nvPr/>
        </p:nvSpPr>
        <p:spPr>
          <a:xfrm>
            <a:off x="580047" y="1186961"/>
            <a:ext cx="10526759" cy="326564"/>
          </a:xfrm>
          <a:prstGeom prst="rect">
            <a:avLst/>
          </a:prstGeom>
          <a:noFill/>
        </p:spPr>
        <p:txBody>
          <a:bodyPr wrap="square">
            <a:spAutoFit/>
          </a:bodyPr>
          <a:lstStyle/>
          <a:p>
            <a:pPr>
              <a:lnSpc>
                <a:spcPct val="110000"/>
              </a:lnSpc>
            </a:pPr>
            <a:endParaRPr lang="en-US" sz="1500" dirty="0"/>
          </a:p>
        </p:txBody>
      </p:sp>
      <p:graphicFrame>
        <p:nvGraphicFramePr>
          <p:cNvPr id="12" name="Content Placeholder 2">
            <a:extLst>
              <a:ext uri="{FF2B5EF4-FFF2-40B4-BE49-F238E27FC236}">
                <a16:creationId xmlns:a16="http://schemas.microsoft.com/office/drawing/2014/main" id="{EF3A7874-0CC0-4719-1BC5-A04F41211866}"/>
              </a:ext>
            </a:extLst>
          </p:cNvPr>
          <p:cNvGraphicFramePr>
            <a:graphicFrameLocks/>
          </p:cNvGraphicFramePr>
          <p:nvPr>
            <p:extLst>
              <p:ext uri="{D42A27DB-BD31-4B8C-83A1-F6EECF244321}">
                <p14:modId xmlns:p14="http://schemas.microsoft.com/office/powerpoint/2010/main" val="601197591"/>
              </p:ext>
            </p:extLst>
          </p:nvPr>
        </p:nvGraphicFramePr>
        <p:xfrm>
          <a:off x="676330" y="1125539"/>
          <a:ext cx="10609737" cy="3260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3565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989287"/>
            <a:ext cx="10939749" cy="5290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B496047-942C-E1F1-AC4C-A56EE4430E54}"/>
              </a:ext>
            </a:extLst>
          </p:cNvPr>
          <p:cNvSpPr>
            <a:spLocks noGrp="1"/>
          </p:cNvSpPr>
          <p:nvPr>
            <p:ph idx="1"/>
          </p:nvPr>
        </p:nvSpPr>
        <p:spPr>
          <a:xfrm>
            <a:off x="572652" y="942942"/>
            <a:ext cx="6868672" cy="2525228"/>
          </a:xfrm>
        </p:spPr>
        <p:txBody>
          <a:bodyPr>
            <a:normAutofit/>
          </a:bodyPr>
          <a:lstStyle/>
          <a:p>
            <a:pPr>
              <a:lnSpc>
                <a:spcPct val="110000"/>
              </a:lnSpc>
            </a:pPr>
            <a:endParaRPr lang="en-US" sz="1500" dirty="0"/>
          </a:p>
          <a:p>
            <a:pPr>
              <a:lnSpc>
                <a:spcPct val="110000"/>
              </a:lnSpc>
            </a:pPr>
            <a:endParaRPr lang="en-US" sz="1500" dirty="0"/>
          </a:p>
          <a:p>
            <a:pPr>
              <a:lnSpc>
                <a:spcPct val="110000"/>
              </a:lnSpc>
            </a:pPr>
            <a:endParaRPr lang="en-US" sz="1500" dirty="0"/>
          </a:p>
        </p:txBody>
      </p:sp>
      <p:pic>
        <p:nvPicPr>
          <p:cNvPr id="6" name="Picture 5">
            <a:extLst>
              <a:ext uri="{FF2B5EF4-FFF2-40B4-BE49-F238E27FC236}">
                <a16:creationId xmlns:a16="http://schemas.microsoft.com/office/drawing/2014/main" id="{E303CB15-F2C3-66CF-D63F-0BE49AB5C800}"/>
              </a:ext>
            </a:extLst>
          </p:cNvPr>
          <p:cNvPicPr>
            <a:picLocks noChangeAspect="1"/>
          </p:cNvPicPr>
          <p:nvPr/>
        </p:nvPicPr>
        <p:blipFill>
          <a:blip r:embed="rId2"/>
          <a:stretch>
            <a:fillRect/>
          </a:stretch>
        </p:blipFill>
        <p:spPr>
          <a:xfrm>
            <a:off x="625711" y="989286"/>
            <a:ext cx="5618468" cy="4743193"/>
          </a:xfrm>
          <a:prstGeom prst="rect">
            <a:avLst/>
          </a:prstGeom>
        </p:spPr>
      </p:pic>
      <p:pic>
        <p:nvPicPr>
          <p:cNvPr id="11" name="Picture 10">
            <a:extLst>
              <a:ext uri="{FF2B5EF4-FFF2-40B4-BE49-F238E27FC236}">
                <a16:creationId xmlns:a16="http://schemas.microsoft.com/office/drawing/2014/main" id="{0CEB63F9-9489-12E8-3840-83C88A9C283A}"/>
              </a:ext>
            </a:extLst>
          </p:cNvPr>
          <p:cNvPicPr>
            <a:picLocks noChangeAspect="1"/>
          </p:cNvPicPr>
          <p:nvPr/>
        </p:nvPicPr>
        <p:blipFill>
          <a:blip r:embed="rId3"/>
          <a:stretch>
            <a:fillRect/>
          </a:stretch>
        </p:blipFill>
        <p:spPr>
          <a:xfrm>
            <a:off x="6426526" y="989285"/>
            <a:ext cx="5468489" cy="4743194"/>
          </a:xfrm>
          <a:prstGeom prst="rect">
            <a:avLst/>
          </a:prstGeom>
        </p:spPr>
      </p:pic>
    </p:spTree>
    <p:extLst>
      <p:ext uri="{BB962C8B-B14F-4D97-AF65-F5344CB8AC3E}">
        <p14:creationId xmlns:p14="http://schemas.microsoft.com/office/powerpoint/2010/main" val="1460120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2">
            <a:extLst>
              <a:ext uri="{FF2B5EF4-FFF2-40B4-BE49-F238E27FC236}">
                <a16:creationId xmlns:a16="http://schemas.microsoft.com/office/drawing/2014/main" id="{DC14FFDA-C2E7-B210-C0D7-9B28495C1510}"/>
              </a:ext>
            </a:extLst>
          </p:cNvPr>
          <p:cNvGraphicFramePr>
            <a:graphicFrameLocks/>
          </p:cNvGraphicFramePr>
          <p:nvPr>
            <p:extLst>
              <p:ext uri="{D42A27DB-BD31-4B8C-83A1-F6EECF244321}">
                <p14:modId xmlns:p14="http://schemas.microsoft.com/office/powerpoint/2010/main" val="653188365"/>
              </p:ext>
            </p:extLst>
          </p:nvPr>
        </p:nvGraphicFramePr>
        <p:xfrm>
          <a:off x="676331" y="954968"/>
          <a:ext cx="9458269" cy="1966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descr="Graphical user interface, chart&#10;&#10;Description automatically generated">
            <a:extLst>
              <a:ext uri="{FF2B5EF4-FFF2-40B4-BE49-F238E27FC236}">
                <a16:creationId xmlns:a16="http://schemas.microsoft.com/office/drawing/2014/main" id="{59681856-BB06-5F2A-5A11-551A483CB1C6}"/>
              </a:ext>
            </a:extLst>
          </p:cNvPr>
          <p:cNvPicPr>
            <a:picLocks noChangeAspect="1"/>
          </p:cNvPicPr>
          <p:nvPr/>
        </p:nvPicPr>
        <p:blipFill rotWithShape="1">
          <a:blip r:embed="rId7" cstate="screen">
            <a:extLst>
              <a:ext uri="{28A0092B-C50C-407E-A947-70E740481C1C}">
                <a14:useLocalDpi xmlns:a14="http://schemas.microsoft.com/office/drawing/2010/main" val="0"/>
              </a:ext>
            </a:extLst>
          </a:blip>
          <a:srcRect r="184" b="4426"/>
          <a:stretch/>
        </p:blipFill>
        <p:spPr>
          <a:xfrm>
            <a:off x="676331" y="2957153"/>
            <a:ext cx="9333105" cy="3416101"/>
          </a:xfrm>
          <a:prstGeom prst="rect">
            <a:avLst/>
          </a:prstGeom>
        </p:spPr>
      </p:pic>
    </p:spTree>
    <p:extLst>
      <p:ext uri="{BB962C8B-B14F-4D97-AF65-F5344CB8AC3E}">
        <p14:creationId xmlns:p14="http://schemas.microsoft.com/office/powerpoint/2010/main" val="4165334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C236EBC-9ACF-94D0-CA97-1AFB7621C104}"/>
              </a:ext>
            </a:extLst>
          </p:cNvPr>
          <p:cNvSpPr/>
          <p:nvPr/>
        </p:nvSpPr>
        <p:spPr>
          <a:xfrm>
            <a:off x="7394028" y="1154824"/>
            <a:ext cx="4678417" cy="51198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sp>
        <p:nvSpPr>
          <p:cNvPr id="17" name="Rectangle 16">
            <a:extLst>
              <a:ext uri="{FF2B5EF4-FFF2-40B4-BE49-F238E27FC236}">
                <a16:creationId xmlns:a16="http://schemas.microsoft.com/office/drawing/2014/main" id="{3968B7A3-309C-B98A-8A41-8A0E8AF9D6B0}"/>
              </a:ext>
            </a:extLst>
          </p:cNvPr>
          <p:cNvSpPr/>
          <p:nvPr/>
        </p:nvSpPr>
        <p:spPr>
          <a:xfrm>
            <a:off x="528810" y="1125538"/>
            <a:ext cx="10939749" cy="51491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sp>
        <p:nvSpPr>
          <p:cNvPr id="21" name="Rectangle 20">
            <a:extLst>
              <a:ext uri="{FF2B5EF4-FFF2-40B4-BE49-F238E27FC236}">
                <a16:creationId xmlns:a16="http://schemas.microsoft.com/office/drawing/2014/main" id="{A5B62E48-B5C6-36CA-4F57-F5AE4E281B68}"/>
              </a:ext>
            </a:extLst>
          </p:cNvPr>
          <p:cNvSpPr/>
          <p:nvPr/>
        </p:nvSpPr>
        <p:spPr>
          <a:xfrm>
            <a:off x="589713" y="4075886"/>
            <a:ext cx="6277629" cy="24442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p:txBody>
      </p:sp>
      <p:pic>
        <p:nvPicPr>
          <p:cNvPr id="22" name="Picture 21">
            <a:extLst>
              <a:ext uri="{FF2B5EF4-FFF2-40B4-BE49-F238E27FC236}">
                <a16:creationId xmlns:a16="http://schemas.microsoft.com/office/drawing/2014/main" id="{15145F8F-53D9-3F6E-B7D3-B9A526900A40}"/>
              </a:ext>
            </a:extLst>
          </p:cNvPr>
          <p:cNvPicPr>
            <a:picLocks noChangeAspect="1"/>
          </p:cNvPicPr>
          <p:nvPr/>
        </p:nvPicPr>
        <p:blipFill rotWithShape="1">
          <a:blip r:embed="rId2"/>
          <a:srcRect t="29259" r="-323"/>
          <a:stretch/>
        </p:blipFill>
        <p:spPr>
          <a:xfrm>
            <a:off x="1872009" y="3001405"/>
            <a:ext cx="6819462" cy="3452402"/>
          </a:xfrm>
          <a:prstGeom prst="rect">
            <a:avLst/>
          </a:prstGeom>
        </p:spPr>
      </p:pic>
      <p:graphicFrame>
        <p:nvGraphicFramePr>
          <p:cNvPr id="25" name="Content Placeholder 5">
            <a:extLst>
              <a:ext uri="{FF2B5EF4-FFF2-40B4-BE49-F238E27FC236}">
                <a16:creationId xmlns:a16="http://schemas.microsoft.com/office/drawing/2014/main" id="{7FF3CF20-D9D1-3444-2E74-BBC9B21A635F}"/>
              </a:ext>
            </a:extLst>
          </p:cNvPr>
          <p:cNvGraphicFramePr>
            <a:graphicFrameLocks/>
          </p:cNvGraphicFramePr>
          <p:nvPr>
            <p:extLst>
              <p:ext uri="{D42A27DB-BD31-4B8C-83A1-F6EECF244321}">
                <p14:modId xmlns:p14="http://schemas.microsoft.com/office/powerpoint/2010/main" val="3268047835"/>
              </p:ext>
            </p:extLst>
          </p:nvPr>
        </p:nvGraphicFramePr>
        <p:xfrm>
          <a:off x="1358444" y="936390"/>
          <a:ext cx="8826955" cy="18908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0456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C236EBC-9ACF-94D0-CA97-1AFB7621C104}"/>
              </a:ext>
            </a:extLst>
          </p:cNvPr>
          <p:cNvSpPr/>
          <p:nvPr/>
        </p:nvSpPr>
        <p:spPr>
          <a:xfrm>
            <a:off x="7394028" y="1154824"/>
            <a:ext cx="4678417" cy="51198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graphicFrame>
        <p:nvGraphicFramePr>
          <p:cNvPr id="14" name="Content Placeholder 2">
            <a:extLst>
              <a:ext uri="{FF2B5EF4-FFF2-40B4-BE49-F238E27FC236}">
                <a16:creationId xmlns:a16="http://schemas.microsoft.com/office/drawing/2014/main" id="{73328537-21DC-9389-F973-F1899D945108}"/>
              </a:ext>
            </a:extLst>
          </p:cNvPr>
          <p:cNvGraphicFramePr>
            <a:graphicFrameLocks noGrp="1"/>
          </p:cNvGraphicFramePr>
          <p:nvPr>
            <p:ph idx="1"/>
            <p:extLst>
              <p:ext uri="{D42A27DB-BD31-4B8C-83A1-F6EECF244321}">
                <p14:modId xmlns:p14="http://schemas.microsoft.com/office/powerpoint/2010/main" val="822473816"/>
              </p:ext>
            </p:extLst>
          </p:nvPr>
        </p:nvGraphicFramePr>
        <p:xfrm>
          <a:off x="654269" y="1831518"/>
          <a:ext cx="10814290" cy="25457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Rectangle 16">
            <a:extLst>
              <a:ext uri="{FF2B5EF4-FFF2-40B4-BE49-F238E27FC236}">
                <a16:creationId xmlns:a16="http://schemas.microsoft.com/office/drawing/2014/main" id="{3968B7A3-309C-B98A-8A41-8A0E8AF9D6B0}"/>
              </a:ext>
            </a:extLst>
          </p:cNvPr>
          <p:cNvSpPr/>
          <p:nvPr/>
        </p:nvSpPr>
        <p:spPr>
          <a:xfrm>
            <a:off x="528810" y="1366092"/>
            <a:ext cx="10939749" cy="490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graphicFrame>
        <p:nvGraphicFramePr>
          <p:cNvPr id="20" name="Content Placeholder 2">
            <a:extLst>
              <a:ext uri="{FF2B5EF4-FFF2-40B4-BE49-F238E27FC236}">
                <a16:creationId xmlns:a16="http://schemas.microsoft.com/office/drawing/2014/main" id="{CF37B25B-4241-A4CC-3341-E54DDE8DFBB7}"/>
              </a:ext>
            </a:extLst>
          </p:cNvPr>
          <p:cNvGraphicFramePr>
            <a:graphicFrameLocks/>
          </p:cNvGraphicFramePr>
          <p:nvPr>
            <p:extLst>
              <p:ext uri="{D42A27DB-BD31-4B8C-83A1-F6EECF244321}">
                <p14:modId xmlns:p14="http://schemas.microsoft.com/office/powerpoint/2010/main" val="1103849220"/>
              </p:ext>
            </p:extLst>
          </p:nvPr>
        </p:nvGraphicFramePr>
        <p:xfrm>
          <a:off x="654268" y="976388"/>
          <a:ext cx="10814291" cy="9115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81951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989287"/>
            <a:ext cx="10939749" cy="5290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B496047-942C-E1F1-AC4C-A56EE4430E54}"/>
              </a:ext>
            </a:extLst>
          </p:cNvPr>
          <p:cNvSpPr>
            <a:spLocks noGrp="1"/>
          </p:cNvSpPr>
          <p:nvPr>
            <p:ph idx="1"/>
          </p:nvPr>
        </p:nvSpPr>
        <p:spPr>
          <a:xfrm>
            <a:off x="572652" y="942942"/>
            <a:ext cx="6868672" cy="2525228"/>
          </a:xfrm>
        </p:spPr>
        <p:txBody>
          <a:bodyPr>
            <a:normAutofit/>
          </a:bodyPr>
          <a:lstStyle/>
          <a:p>
            <a:pPr>
              <a:lnSpc>
                <a:spcPct val="110000"/>
              </a:lnSpc>
            </a:pPr>
            <a:endParaRPr lang="en-US" sz="1500" dirty="0"/>
          </a:p>
          <a:p>
            <a:pPr>
              <a:lnSpc>
                <a:spcPct val="110000"/>
              </a:lnSpc>
            </a:pPr>
            <a:endParaRPr lang="en-US" sz="1500" dirty="0"/>
          </a:p>
          <a:p>
            <a:pPr>
              <a:lnSpc>
                <a:spcPct val="110000"/>
              </a:lnSpc>
            </a:pPr>
            <a:endParaRPr lang="en-US" sz="1500" dirty="0"/>
          </a:p>
        </p:txBody>
      </p:sp>
      <p:pic>
        <p:nvPicPr>
          <p:cNvPr id="7" name="Picture 6">
            <a:extLst>
              <a:ext uri="{FF2B5EF4-FFF2-40B4-BE49-F238E27FC236}">
                <a16:creationId xmlns:a16="http://schemas.microsoft.com/office/drawing/2014/main" id="{C22FA3CF-9166-06A7-1A59-09A179F39C4D}"/>
              </a:ext>
            </a:extLst>
          </p:cNvPr>
          <p:cNvPicPr>
            <a:picLocks noChangeAspect="1"/>
          </p:cNvPicPr>
          <p:nvPr/>
        </p:nvPicPr>
        <p:blipFill>
          <a:blip r:embed="rId2"/>
          <a:stretch>
            <a:fillRect/>
          </a:stretch>
        </p:blipFill>
        <p:spPr>
          <a:xfrm>
            <a:off x="528810" y="973188"/>
            <a:ext cx="10341676" cy="5400070"/>
          </a:xfrm>
          <a:prstGeom prst="rect">
            <a:avLst/>
          </a:prstGeom>
        </p:spPr>
      </p:pic>
    </p:spTree>
    <p:extLst>
      <p:ext uri="{BB962C8B-B14F-4D97-AF65-F5344CB8AC3E}">
        <p14:creationId xmlns:p14="http://schemas.microsoft.com/office/powerpoint/2010/main" val="3461619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0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We have selected the below mentioned columns as a key factor for predicting the incident resolution time based on the feature engineering selection.</a:t>
            </a:r>
          </a:p>
          <a:p>
            <a:r>
              <a:rPr lang="en-US" sz="2000" dirty="0">
                <a:solidFill>
                  <a:schemeClr val="tx1"/>
                </a:solidFill>
              </a:rPr>
              <a:t> </a:t>
            </a: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5F8F255E-0004-D8A0-CB18-2CDC1C3E5D9F}"/>
              </a:ext>
            </a:extLst>
          </p:cNvPr>
          <p:cNvGraphicFramePr>
            <a:graphicFrameLocks noGrp="1"/>
          </p:cNvGraphicFramePr>
          <p:nvPr>
            <p:extLst>
              <p:ext uri="{D42A27DB-BD31-4B8C-83A1-F6EECF244321}">
                <p14:modId xmlns:p14="http://schemas.microsoft.com/office/powerpoint/2010/main" val="870436401"/>
              </p:ext>
            </p:extLst>
          </p:nvPr>
        </p:nvGraphicFramePr>
        <p:xfrm>
          <a:off x="630621" y="2502775"/>
          <a:ext cx="11071334" cy="3198740"/>
        </p:xfrm>
        <a:graphic>
          <a:graphicData uri="http://schemas.openxmlformats.org/drawingml/2006/table">
            <a:tbl>
              <a:tblPr>
                <a:tableStyleId>{5C22544A-7EE6-4342-B048-85BDC9FD1C3A}</a:tableStyleId>
              </a:tblPr>
              <a:tblGrid>
                <a:gridCol w="1671144">
                  <a:extLst>
                    <a:ext uri="{9D8B030D-6E8A-4147-A177-3AD203B41FA5}">
                      <a16:colId xmlns:a16="http://schemas.microsoft.com/office/drawing/2014/main" val="2500971749"/>
                    </a:ext>
                  </a:extLst>
                </a:gridCol>
                <a:gridCol w="7908096">
                  <a:extLst>
                    <a:ext uri="{9D8B030D-6E8A-4147-A177-3AD203B41FA5}">
                      <a16:colId xmlns:a16="http://schemas.microsoft.com/office/drawing/2014/main" val="2663919932"/>
                    </a:ext>
                  </a:extLst>
                </a:gridCol>
                <a:gridCol w="746047">
                  <a:extLst>
                    <a:ext uri="{9D8B030D-6E8A-4147-A177-3AD203B41FA5}">
                      <a16:colId xmlns:a16="http://schemas.microsoft.com/office/drawing/2014/main" val="264445249"/>
                    </a:ext>
                  </a:extLst>
                </a:gridCol>
                <a:gridCol w="746047">
                  <a:extLst>
                    <a:ext uri="{9D8B030D-6E8A-4147-A177-3AD203B41FA5}">
                      <a16:colId xmlns:a16="http://schemas.microsoft.com/office/drawing/2014/main" val="3364534577"/>
                    </a:ext>
                  </a:extLst>
                </a:gridCol>
              </a:tblGrid>
              <a:tr h="257066">
                <a:tc>
                  <a:txBody>
                    <a:bodyPr/>
                    <a:lstStyle/>
                    <a:p>
                      <a:pPr algn="ctr" fontAlgn="b"/>
                      <a:r>
                        <a:rPr lang="en-US" sz="1200" b="1" u="none" strike="noStrike" dirty="0">
                          <a:effectLst/>
                        </a:rPr>
                        <a:t>Name </a:t>
                      </a:r>
                      <a:endParaRPr lang="en-US" sz="1200" b="1"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1" u="none" strike="noStrike" dirty="0">
                          <a:effectLst/>
                        </a:rPr>
                        <a:t>Description</a:t>
                      </a:r>
                      <a:endParaRPr lang="en-US" sz="1200" b="1"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1" u="none" strike="noStrike" dirty="0">
                          <a:effectLst/>
                        </a:rPr>
                        <a:t>Role</a:t>
                      </a:r>
                      <a:endParaRPr lang="en-US" sz="1200" b="1"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1" u="none" strike="noStrike" dirty="0">
                          <a:effectLst/>
                        </a:rPr>
                        <a:t>Level</a:t>
                      </a:r>
                      <a:endParaRPr lang="en-US" sz="1200" b="1"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66781755"/>
                  </a:ext>
                </a:extLst>
              </a:tr>
              <a:tr h="257066">
                <a:tc>
                  <a:txBody>
                    <a:bodyPr/>
                    <a:lstStyle/>
                    <a:p>
                      <a:pPr algn="l" fontAlgn="b"/>
                      <a:r>
                        <a:rPr lang="en-US" sz="1200" u="none" strike="noStrike">
                          <a:effectLst/>
                        </a:rPr>
                        <a:t>resolution_time</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Value has been calculated by taking the time difference between "Opened at" and "Resolved at" column</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Target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err="1">
                          <a:effectLst/>
                        </a:rPr>
                        <a:t>Contineous</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1024766"/>
                  </a:ext>
                </a:extLst>
              </a:tr>
              <a:tr h="254438">
                <a:tc>
                  <a:txBody>
                    <a:bodyPr/>
                    <a:lstStyle/>
                    <a:p>
                      <a:pPr algn="l" fontAlgn="b"/>
                      <a:r>
                        <a:rPr lang="en-US" sz="1200" u="none" strike="noStrike" dirty="0">
                          <a:effectLst/>
                        </a:rPr>
                        <a:t>knowledge</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Boolean attribute that shows whether a knowledge base document was used to resolve the incident (1-True, 0-False)</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Binary</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476500"/>
                  </a:ext>
                </a:extLst>
              </a:tr>
              <a:tr h="257066">
                <a:tc>
                  <a:txBody>
                    <a:bodyPr/>
                    <a:lstStyle/>
                    <a:p>
                      <a:pPr algn="l" fontAlgn="b"/>
                      <a:r>
                        <a:rPr lang="en-US" sz="1200" u="none" strike="noStrike" dirty="0" err="1">
                          <a:effectLst/>
                        </a:rPr>
                        <a:t>reassignment_count</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Number of times the incident has the group, or the support analysts changed</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Interval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677680"/>
                  </a:ext>
                </a:extLst>
              </a:tr>
              <a:tr h="257066">
                <a:tc>
                  <a:txBody>
                    <a:bodyPr/>
                    <a:lstStyle/>
                    <a:p>
                      <a:pPr algn="l" fontAlgn="b"/>
                      <a:r>
                        <a:rPr lang="en-US" sz="1200" u="none" strike="noStrike">
                          <a:effectLst/>
                        </a:rPr>
                        <a:t>reopen_count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Number of times the incident resolution was rejected by the caller</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Interval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4708701"/>
                  </a:ext>
                </a:extLst>
              </a:tr>
              <a:tr h="257066">
                <a:tc>
                  <a:txBody>
                    <a:bodyPr/>
                    <a:lstStyle/>
                    <a:p>
                      <a:pPr algn="l" fontAlgn="b"/>
                      <a:r>
                        <a:rPr lang="en-US" sz="1200" u="none" strike="noStrike" dirty="0" err="1">
                          <a:effectLst/>
                        </a:rPr>
                        <a:t>assignment_group</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Identifier of the support group in charge of the incident</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Nominal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9855114"/>
                  </a:ext>
                </a:extLst>
              </a:tr>
              <a:tr h="257066">
                <a:tc>
                  <a:txBody>
                    <a:bodyPr/>
                    <a:lstStyle/>
                    <a:p>
                      <a:pPr algn="l" fontAlgn="b"/>
                      <a:r>
                        <a:rPr lang="en-US" sz="1200" u="none" strike="noStrike">
                          <a:effectLst/>
                        </a:rPr>
                        <a:t>category</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First-level description of the affected service</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Nominal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3909277"/>
                  </a:ext>
                </a:extLst>
              </a:tr>
              <a:tr h="257066">
                <a:tc>
                  <a:txBody>
                    <a:bodyPr/>
                    <a:lstStyle/>
                    <a:p>
                      <a:pPr algn="l" fontAlgn="b"/>
                      <a:r>
                        <a:rPr lang="en-US" sz="1200" u="none" strike="noStrike">
                          <a:effectLst/>
                        </a:rPr>
                        <a:t>contact_type</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Categorical attribute that shows by what means the incident was reported</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Nominal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3299786"/>
                  </a:ext>
                </a:extLst>
              </a:tr>
              <a:tr h="257066">
                <a:tc>
                  <a:txBody>
                    <a:bodyPr/>
                    <a:lstStyle/>
                    <a:p>
                      <a:pPr algn="l" fontAlgn="b"/>
                      <a:r>
                        <a:rPr lang="en-US" sz="1200" u="none" strike="noStrike">
                          <a:effectLst/>
                        </a:rPr>
                        <a:t>notify</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Categorical attribute that shows what notifications were generated for the incident</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Nominal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7901012"/>
                  </a:ext>
                </a:extLst>
              </a:tr>
              <a:tr h="257066">
                <a:tc>
                  <a:txBody>
                    <a:bodyPr/>
                    <a:lstStyle/>
                    <a:p>
                      <a:pPr algn="l" fontAlgn="b"/>
                      <a:r>
                        <a:rPr lang="en-US" sz="1200" u="none" strike="noStrike">
                          <a:effectLst/>
                        </a:rPr>
                        <a:t>impact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Description of the impact caused by the incident (1-High; 2-Medium; 3-Low)</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Ordinal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6592872"/>
                  </a:ext>
                </a:extLst>
              </a:tr>
              <a:tr h="257066">
                <a:tc>
                  <a:txBody>
                    <a:bodyPr/>
                    <a:lstStyle/>
                    <a:p>
                      <a:pPr algn="l" fontAlgn="b"/>
                      <a:r>
                        <a:rPr lang="en-US" sz="1200" u="none" strike="noStrike">
                          <a:effectLst/>
                        </a:rPr>
                        <a:t>priority</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Value calculated by the system based on impact and urgency (1-Critical; 2-High; 3-Moderate; 4-Low)</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Input</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Ordinal</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3194389"/>
                  </a:ext>
                </a:extLst>
              </a:tr>
              <a:tr h="262422">
                <a:tc>
                  <a:txBody>
                    <a:bodyPr/>
                    <a:lstStyle/>
                    <a:p>
                      <a:pPr algn="l" fontAlgn="b"/>
                      <a:r>
                        <a:rPr lang="en-US" sz="1200" u="none" strike="noStrike">
                          <a:effectLst/>
                        </a:rPr>
                        <a:t>urgency</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a:effectLst/>
                        </a:rPr>
                        <a:t>Description of the urgency informed by the user for the incident resolution (1-High; 2- Medium; 3-Low)</a:t>
                      </a:r>
                      <a:endParaRPr lang="en-US" sz="1200" b="0" i="0" u="none" strike="noStrike">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Input</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u="none" strike="noStrike" dirty="0">
                          <a:effectLst/>
                        </a:rPr>
                        <a:t>Ordinal</a:t>
                      </a:r>
                      <a:endParaRPr lang="en-US" sz="1200" b="0" i="0" u="none" strike="noStrike" dirty="0">
                        <a:solidFill>
                          <a:srgbClr val="000000"/>
                        </a:solidFill>
                        <a:effectLst/>
                        <a:latin typeface="Calibri" panose="020F0502020204030204" pitchFamily="34" charset="0"/>
                      </a:endParaRPr>
                    </a:p>
                  </a:txBody>
                  <a:tcPr marL="2526" marR="2526" marT="252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016501"/>
                  </a:ext>
                </a:extLst>
              </a:tr>
            </a:tbl>
          </a:graphicData>
        </a:graphic>
      </p:graphicFrame>
    </p:spTree>
    <p:extLst>
      <p:ext uri="{BB962C8B-B14F-4D97-AF65-F5344CB8AC3E}">
        <p14:creationId xmlns:p14="http://schemas.microsoft.com/office/powerpoint/2010/main" val="1322012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C236EBC-9ACF-94D0-CA97-1AFB7621C104}"/>
              </a:ext>
            </a:extLst>
          </p:cNvPr>
          <p:cNvSpPr/>
          <p:nvPr/>
        </p:nvSpPr>
        <p:spPr>
          <a:xfrm>
            <a:off x="7394028" y="1154824"/>
            <a:ext cx="4678417" cy="51198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graphicFrame>
        <p:nvGraphicFramePr>
          <p:cNvPr id="14" name="Content Placeholder 2">
            <a:extLst>
              <a:ext uri="{FF2B5EF4-FFF2-40B4-BE49-F238E27FC236}">
                <a16:creationId xmlns:a16="http://schemas.microsoft.com/office/drawing/2014/main" id="{73328537-21DC-9389-F973-F1899D945108}"/>
              </a:ext>
            </a:extLst>
          </p:cNvPr>
          <p:cNvGraphicFramePr>
            <a:graphicFrameLocks noGrp="1"/>
          </p:cNvGraphicFramePr>
          <p:nvPr>
            <p:ph idx="1"/>
            <p:extLst>
              <p:ext uri="{D42A27DB-BD31-4B8C-83A1-F6EECF244321}">
                <p14:modId xmlns:p14="http://schemas.microsoft.com/office/powerpoint/2010/main" val="1096872447"/>
              </p:ext>
            </p:extLst>
          </p:nvPr>
        </p:nvGraphicFramePr>
        <p:xfrm>
          <a:off x="794091" y="980631"/>
          <a:ext cx="10169183" cy="27831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Rectangle 16">
            <a:extLst>
              <a:ext uri="{FF2B5EF4-FFF2-40B4-BE49-F238E27FC236}">
                <a16:creationId xmlns:a16="http://schemas.microsoft.com/office/drawing/2014/main" id="{3968B7A3-309C-B98A-8A41-8A0E8AF9D6B0}"/>
              </a:ext>
            </a:extLst>
          </p:cNvPr>
          <p:cNvSpPr/>
          <p:nvPr/>
        </p:nvSpPr>
        <p:spPr>
          <a:xfrm>
            <a:off x="528810" y="1366092"/>
            <a:ext cx="10939749" cy="490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pic>
        <p:nvPicPr>
          <p:cNvPr id="6" name="Picture 5">
            <a:extLst>
              <a:ext uri="{FF2B5EF4-FFF2-40B4-BE49-F238E27FC236}">
                <a16:creationId xmlns:a16="http://schemas.microsoft.com/office/drawing/2014/main" id="{81CF7E38-795A-89C9-8478-01E06A3878CE}"/>
              </a:ext>
            </a:extLst>
          </p:cNvPr>
          <p:cNvPicPr>
            <a:picLocks noChangeAspect="1"/>
          </p:cNvPicPr>
          <p:nvPr/>
        </p:nvPicPr>
        <p:blipFill>
          <a:blip r:embed="rId7"/>
          <a:stretch>
            <a:fillRect/>
          </a:stretch>
        </p:blipFill>
        <p:spPr>
          <a:xfrm>
            <a:off x="1600200" y="3768693"/>
            <a:ext cx="7597946" cy="2717249"/>
          </a:xfrm>
          <a:prstGeom prst="rect">
            <a:avLst/>
          </a:prstGeom>
        </p:spPr>
      </p:pic>
    </p:spTree>
    <p:extLst>
      <p:ext uri="{BB962C8B-B14F-4D97-AF65-F5344CB8AC3E}">
        <p14:creationId xmlns:p14="http://schemas.microsoft.com/office/powerpoint/2010/main" val="2751654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design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C236EBC-9ACF-94D0-CA97-1AFB7621C104}"/>
              </a:ext>
            </a:extLst>
          </p:cNvPr>
          <p:cNvSpPr/>
          <p:nvPr/>
        </p:nvSpPr>
        <p:spPr>
          <a:xfrm>
            <a:off x="7394028" y="1154824"/>
            <a:ext cx="4678417" cy="51198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graphicFrame>
        <p:nvGraphicFramePr>
          <p:cNvPr id="14" name="Content Placeholder 2">
            <a:extLst>
              <a:ext uri="{FF2B5EF4-FFF2-40B4-BE49-F238E27FC236}">
                <a16:creationId xmlns:a16="http://schemas.microsoft.com/office/drawing/2014/main" id="{73328537-21DC-9389-F973-F1899D945108}"/>
              </a:ext>
            </a:extLst>
          </p:cNvPr>
          <p:cNvGraphicFramePr>
            <a:graphicFrameLocks noGrp="1"/>
          </p:cNvGraphicFramePr>
          <p:nvPr>
            <p:ph idx="1"/>
            <p:extLst>
              <p:ext uri="{D42A27DB-BD31-4B8C-83A1-F6EECF244321}">
                <p14:modId xmlns:p14="http://schemas.microsoft.com/office/powerpoint/2010/main" val="2243668113"/>
              </p:ext>
            </p:extLst>
          </p:nvPr>
        </p:nvGraphicFramePr>
        <p:xfrm>
          <a:off x="794092" y="1125539"/>
          <a:ext cx="9983975" cy="177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Rectangle 16">
            <a:extLst>
              <a:ext uri="{FF2B5EF4-FFF2-40B4-BE49-F238E27FC236}">
                <a16:creationId xmlns:a16="http://schemas.microsoft.com/office/drawing/2014/main" id="{3968B7A3-309C-B98A-8A41-8A0E8AF9D6B0}"/>
              </a:ext>
            </a:extLst>
          </p:cNvPr>
          <p:cNvSpPr/>
          <p:nvPr/>
        </p:nvSpPr>
        <p:spPr>
          <a:xfrm>
            <a:off x="528810" y="1366092"/>
            <a:ext cx="10939749" cy="490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graphicFrame>
        <p:nvGraphicFramePr>
          <p:cNvPr id="7" name="Content Placeholder 2">
            <a:extLst>
              <a:ext uri="{FF2B5EF4-FFF2-40B4-BE49-F238E27FC236}">
                <a16:creationId xmlns:a16="http://schemas.microsoft.com/office/drawing/2014/main" id="{18D76F44-9282-CFF9-BC5A-5AC22A99AFA2}"/>
              </a:ext>
            </a:extLst>
          </p:cNvPr>
          <p:cNvGraphicFramePr/>
          <p:nvPr>
            <p:extLst>
              <p:ext uri="{D42A27DB-BD31-4B8C-83A1-F6EECF244321}">
                <p14:modId xmlns:p14="http://schemas.microsoft.com/office/powerpoint/2010/main" val="2169714840"/>
              </p:ext>
            </p:extLst>
          </p:nvPr>
        </p:nvGraphicFramePr>
        <p:xfrm>
          <a:off x="861826" y="3133423"/>
          <a:ext cx="6959532" cy="27437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8" name="Picture 2" descr="Working_of_RF_1.">
            <a:extLst>
              <a:ext uri="{FF2B5EF4-FFF2-40B4-BE49-F238E27FC236}">
                <a16:creationId xmlns:a16="http://schemas.microsoft.com/office/drawing/2014/main" id="{6198B4D6-B3B3-873C-0C18-2FE883BC07B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21358" y="3141093"/>
            <a:ext cx="4208754" cy="2844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158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094862"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Case study solution implementation</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C236EBC-9ACF-94D0-CA97-1AFB7621C104}"/>
              </a:ext>
            </a:extLst>
          </p:cNvPr>
          <p:cNvSpPr/>
          <p:nvPr/>
        </p:nvSpPr>
        <p:spPr>
          <a:xfrm>
            <a:off x="7394028" y="1154824"/>
            <a:ext cx="4678417" cy="51198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sp>
        <p:nvSpPr>
          <p:cNvPr id="17" name="Rectangle 16">
            <a:extLst>
              <a:ext uri="{FF2B5EF4-FFF2-40B4-BE49-F238E27FC236}">
                <a16:creationId xmlns:a16="http://schemas.microsoft.com/office/drawing/2014/main" id="{3968B7A3-309C-B98A-8A41-8A0E8AF9D6B0}"/>
              </a:ext>
            </a:extLst>
          </p:cNvPr>
          <p:cNvSpPr/>
          <p:nvPr/>
        </p:nvSpPr>
        <p:spPr>
          <a:xfrm>
            <a:off x="528810" y="1366092"/>
            <a:ext cx="10939749" cy="4908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sp>
        <p:nvSpPr>
          <p:cNvPr id="19" name="Rectangle 18">
            <a:extLst>
              <a:ext uri="{FF2B5EF4-FFF2-40B4-BE49-F238E27FC236}">
                <a16:creationId xmlns:a16="http://schemas.microsoft.com/office/drawing/2014/main" id="{D23CED1B-5531-38DA-FB79-D11FF984F384}"/>
              </a:ext>
            </a:extLst>
          </p:cNvPr>
          <p:cNvSpPr/>
          <p:nvPr/>
        </p:nvSpPr>
        <p:spPr>
          <a:xfrm>
            <a:off x="4575878" y="1939450"/>
            <a:ext cx="5262390" cy="4543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rgbClr val="1D1C1D"/>
              </a:solidFill>
              <a:latin typeface="Slack-Lato"/>
            </a:endParaRPr>
          </a:p>
          <a:p>
            <a:endParaRPr lang="en-US" sz="2000" dirty="0">
              <a:solidFill>
                <a:schemeClr val="tx1"/>
              </a:solidFill>
            </a:endParaRPr>
          </a:p>
        </p:txBody>
      </p:sp>
      <p:pic>
        <p:nvPicPr>
          <p:cNvPr id="21" name="Picture 20">
            <a:extLst>
              <a:ext uri="{FF2B5EF4-FFF2-40B4-BE49-F238E27FC236}">
                <a16:creationId xmlns:a16="http://schemas.microsoft.com/office/drawing/2014/main" id="{1899C69C-0CC6-6547-C997-58AEACEB86A3}"/>
              </a:ext>
            </a:extLst>
          </p:cNvPr>
          <p:cNvPicPr>
            <a:picLocks noChangeAspect="1"/>
          </p:cNvPicPr>
          <p:nvPr/>
        </p:nvPicPr>
        <p:blipFill>
          <a:blip r:embed="rId2"/>
          <a:stretch>
            <a:fillRect/>
          </a:stretch>
        </p:blipFill>
        <p:spPr>
          <a:xfrm>
            <a:off x="723441" y="983484"/>
            <a:ext cx="4254959" cy="5420589"/>
          </a:xfrm>
          <a:prstGeom prst="rect">
            <a:avLst/>
          </a:prstGeom>
        </p:spPr>
      </p:pic>
      <p:sp>
        <p:nvSpPr>
          <p:cNvPr id="23" name="Rectangle 22">
            <a:extLst>
              <a:ext uri="{FF2B5EF4-FFF2-40B4-BE49-F238E27FC236}">
                <a16:creationId xmlns:a16="http://schemas.microsoft.com/office/drawing/2014/main" id="{F68188C4-B84F-DFD4-09C1-5DC32E8DA213}"/>
              </a:ext>
            </a:extLst>
          </p:cNvPr>
          <p:cNvSpPr/>
          <p:nvPr/>
        </p:nvSpPr>
        <p:spPr>
          <a:xfrm>
            <a:off x="5990219" y="1186961"/>
            <a:ext cx="4910667" cy="4800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graphicFrame>
        <p:nvGraphicFramePr>
          <p:cNvPr id="28" name="Content Placeholder 2">
            <a:extLst>
              <a:ext uri="{FF2B5EF4-FFF2-40B4-BE49-F238E27FC236}">
                <a16:creationId xmlns:a16="http://schemas.microsoft.com/office/drawing/2014/main" id="{37FB5237-C792-7041-3343-A15C0C9A1EB9}"/>
              </a:ext>
            </a:extLst>
          </p:cNvPr>
          <p:cNvGraphicFramePr>
            <a:graphicFrameLocks/>
          </p:cNvGraphicFramePr>
          <p:nvPr>
            <p:extLst>
              <p:ext uri="{D42A27DB-BD31-4B8C-83A1-F6EECF244321}">
                <p14:modId xmlns:p14="http://schemas.microsoft.com/office/powerpoint/2010/main" val="3450223146"/>
              </p:ext>
            </p:extLst>
          </p:nvPr>
        </p:nvGraphicFramePr>
        <p:xfrm>
          <a:off x="5312868" y="1255998"/>
          <a:ext cx="6457634" cy="4523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8700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494616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Learnings &amp; enhancements</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3343886A-25C8-509C-1395-D74EDE20E48A}"/>
              </a:ext>
            </a:extLst>
          </p:cNvPr>
          <p:cNvGraphicFramePr>
            <a:graphicFrameLocks/>
          </p:cNvGraphicFramePr>
          <p:nvPr>
            <p:extLst>
              <p:ext uri="{D42A27DB-BD31-4B8C-83A1-F6EECF244321}">
                <p14:modId xmlns:p14="http://schemas.microsoft.com/office/powerpoint/2010/main" val="3556420848"/>
              </p:ext>
            </p:extLst>
          </p:nvPr>
        </p:nvGraphicFramePr>
        <p:xfrm>
          <a:off x="370491" y="1269123"/>
          <a:ext cx="11448976" cy="50104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2820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139C7-B669-9610-4E2A-943C79E218C4}"/>
              </a:ext>
            </a:extLst>
          </p:cNvPr>
          <p:cNvSpPr txBox="1"/>
          <p:nvPr/>
        </p:nvSpPr>
        <p:spPr>
          <a:xfrm>
            <a:off x="528810" y="484742"/>
            <a:ext cx="7910110"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What has been your manager’s feedback</a:t>
            </a:r>
            <a:endParaRPr lang="en-IN" sz="2400" b="1" dirty="0">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D141EE2C-9837-486A-6448-5AE23F8A6EAD}"/>
              </a:ext>
            </a:extLst>
          </p:cNvPr>
          <p:cNvSpPr/>
          <p:nvPr/>
        </p:nvSpPr>
        <p:spPr>
          <a:xfrm>
            <a:off x="528810" y="1366092"/>
            <a:ext cx="10939749" cy="4913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0" i="0" dirty="0">
                <a:solidFill>
                  <a:srgbClr val="1D1C1D"/>
                </a:solidFill>
                <a:effectLst/>
                <a:latin typeface="Slack-Lato"/>
              </a:rPr>
              <a:t>"ASCEND program is really helpful in exploring and understanding the learn new tools and technologies such as Grafana, Prometheus, Power BI and other automation-based tools and technologies. It helps the associate to come out of their comfort zone and try something new. However, the classes need to be more productive and focused. Coaching and learning needs to be precise and well planned to achieve greater results.“</a:t>
            </a:r>
          </a:p>
          <a:p>
            <a:endParaRPr lang="en-US" sz="2000" dirty="0">
              <a:solidFill>
                <a:srgbClr val="1D1C1D"/>
              </a:solidFill>
              <a:latin typeface="Slack-Lato"/>
            </a:endParaRPr>
          </a:p>
          <a:p>
            <a:endParaRPr lang="en-US" sz="2000" dirty="0">
              <a:solidFill>
                <a:srgbClr val="1D1C1D"/>
              </a:solidFill>
              <a:latin typeface="Slack-Lato"/>
            </a:endParaRPr>
          </a:p>
          <a:p>
            <a:pPr marL="0" marR="0">
              <a:spcBef>
                <a:spcPts val="0"/>
              </a:spcBef>
              <a:spcAft>
                <a:spcPts val="0"/>
              </a:spcAft>
            </a:pPr>
            <a:r>
              <a:rPr lang="en-US" sz="1800" b="1" dirty="0">
                <a:solidFill>
                  <a:schemeClr val="tx1">
                    <a:lumMod val="65000"/>
                    <a:lumOff val="35000"/>
                  </a:schemeClr>
                </a:solidFill>
                <a:effectLst/>
                <a:latin typeface="Calibri" panose="020F0502020204030204" pitchFamily="34" charset="0"/>
                <a:ea typeface="Calibri" panose="020F0502020204030204" pitchFamily="34" charset="0"/>
              </a:rPr>
              <a:t>Subin Rai, </a:t>
            </a:r>
            <a:r>
              <a:rPr lang="en-US" sz="1800" dirty="0">
                <a:solidFill>
                  <a:schemeClr val="tx1">
                    <a:lumMod val="65000"/>
                    <a:lumOff val="35000"/>
                  </a:schemeClr>
                </a:solidFill>
                <a:effectLst/>
                <a:latin typeface="Calibri" panose="020F0502020204030204" pitchFamily="34" charset="0"/>
                <a:ea typeface="Calibri" panose="020F0502020204030204" pitchFamily="34" charset="0"/>
              </a:rPr>
              <a:t>Manager II</a:t>
            </a:r>
          </a:p>
          <a:p>
            <a:pPr marL="0" marR="0">
              <a:spcBef>
                <a:spcPts val="0"/>
              </a:spcBef>
              <a:spcAft>
                <a:spcPts val="0"/>
              </a:spcAft>
            </a:pPr>
            <a:r>
              <a:rPr lang="en-US" dirty="0">
                <a:solidFill>
                  <a:schemeClr val="tx1">
                    <a:lumMod val="65000"/>
                    <a:lumOff val="35000"/>
                  </a:schemeClr>
                </a:solidFill>
                <a:latin typeface="Calibri" panose="020F0502020204030204" pitchFamily="34" charset="0"/>
                <a:ea typeface="Calibri" panose="020F0502020204030204" pitchFamily="34" charset="0"/>
              </a:rPr>
              <a:t>OMS Application</a:t>
            </a:r>
            <a:endParaRPr lang="en-US" sz="1800" dirty="0">
              <a:solidFill>
                <a:schemeClr val="tx1">
                  <a:lumMod val="65000"/>
                  <a:lumOff val="35000"/>
                </a:schemeClr>
              </a:solidFill>
              <a:effectLst/>
              <a:latin typeface="Calibri" panose="020F0502020204030204" pitchFamily="34" charset="0"/>
              <a:ea typeface="Calibri" panose="020F0502020204030204" pitchFamily="34" charset="0"/>
            </a:endParaRPr>
          </a:p>
          <a:p>
            <a:pPr marL="0" marR="0">
              <a:spcBef>
                <a:spcPts val="0"/>
              </a:spcBef>
              <a:spcAft>
                <a:spcPts val="0"/>
              </a:spcAft>
            </a:pP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subin.rai.a.x@walmart.com</a:t>
            </a:r>
            <a:endParaRPr lang="en-US" sz="2000" dirty="0">
              <a:solidFill>
                <a:schemeClr val="tx1"/>
              </a:solidFill>
            </a:endParaRPr>
          </a:p>
        </p:txBody>
      </p:sp>
      <p:cxnSp>
        <p:nvCxnSpPr>
          <p:cNvPr id="3" name="Straight Connector 2">
            <a:extLst>
              <a:ext uri="{FF2B5EF4-FFF2-40B4-BE49-F238E27FC236}">
                <a16:creationId xmlns:a16="http://schemas.microsoft.com/office/drawing/2014/main" id="{AE29E23B-BB87-88FF-E83E-2A5E4FC36B03}"/>
              </a:ext>
            </a:extLst>
          </p:cNvPr>
          <p:cNvCxnSpPr>
            <a:cxnSpLocks/>
          </p:cNvCxnSpPr>
          <p:nvPr/>
        </p:nvCxnSpPr>
        <p:spPr>
          <a:xfrm>
            <a:off x="431800" y="6520168"/>
            <a:ext cx="100838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251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2BCC5FF-5A86-457C-9D70-8722A7CA3A57}"/>
              </a:ext>
            </a:extLst>
          </p:cNvPr>
          <p:cNvSpPr>
            <a:spLocks noGrp="1"/>
          </p:cNvSpPr>
          <p:nvPr>
            <p:ph type="body" sz="quarter" idx="12"/>
          </p:nvPr>
        </p:nvSpPr>
        <p:spPr>
          <a:xfrm>
            <a:off x="545642" y="2673043"/>
            <a:ext cx="10525125" cy="535531"/>
          </a:xfrm>
        </p:spPr>
        <p:txBody>
          <a:bodyPr/>
          <a:lstStyle/>
          <a:p>
            <a:pPr algn="ctr"/>
            <a:r>
              <a:rPr lang="en-US" sz="3200" dirty="0"/>
              <a:t>Thank You</a:t>
            </a:r>
          </a:p>
        </p:txBody>
      </p:sp>
    </p:spTree>
    <p:extLst>
      <p:ext uri="{BB962C8B-B14F-4D97-AF65-F5344CB8AC3E}">
        <p14:creationId xmlns:p14="http://schemas.microsoft.com/office/powerpoint/2010/main" val="38059758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SCLIENT" val="True"/>
  <p:tag name="TEMPLATECREATED" val="2022-01-18 01:04 PM"/>
  <p:tag name="ICONENCLOSURE" val="False"/>
  <p:tag name="THINKCELLUNDODONOTDELETE" val="0"/>
  <p:tag name="TEMPLATELASTEDITED" val="2022-01-18 06:01 PM"/>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24">
      <a:dk1>
        <a:sysClr val="windowText" lastClr="000000"/>
      </a:dk1>
      <a:lt1>
        <a:sysClr val="window" lastClr="FFFFFF"/>
      </a:lt1>
      <a:dk2>
        <a:srgbClr val="2E4552"/>
      </a:dk2>
      <a:lt2>
        <a:srgbClr val="E7E6E6"/>
      </a:lt2>
      <a:accent1>
        <a:srgbClr val="FF6600"/>
      </a:accent1>
      <a:accent2>
        <a:srgbClr val="F78E47"/>
      </a:accent2>
      <a:accent3>
        <a:srgbClr val="FEA655"/>
      </a:accent3>
      <a:accent4>
        <a:srgbClr val="F8CBAD"/>
      </a:accent4>
      <a:accent5>
        <a:srgbClr val="767171"/>
      </a:accent5>
      <a:accent6>
        <a:srgbClr val="404040"/>
      </a:accent6>
      <a:hlink>
        <a:srgbClr val="FF6600"/>
      </a:hlink>
      <a:folHlink>
        <a:srgbClr val="909473"/>
      </a:folHlink>
    </a:clrScheme>
    <a:fontScheme name="Custom 3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BR_Jan 22_v1" id="{81372DDE-F7B0-48FF-9B2F-B6CAFBCFBF6C}" vid="{94CDC6AE-3EAC-4308-B00B-01C302E9C1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20969</TotalTime>
  <Words>1724</Words>
  <Application>Microsoft Office PowerPoint</Application>
  <PresentationFormat>Widescreen</PresentationFormat>
  <Paragraphs>206</Paragraphs>
  <Slides>21</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0" baseType="lpstr">
      <vt:lpstr>Arial</vt:lpstr>
      <vt:lpstr>benton-sans</vt:lpstr>
      <vt:lpstr>Calibri</vt:lpstr>
      <vt:lpstr>Gill Sans MT</vt:lpstr>
      <vt:lpstr>Slack-Lato</vt:lpstr>
      <vt:lpstr>SourceSansPro</vt:lpstr>
      <vt:lpstr>Wingdings</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Shabaresh Rao [UNext]</dc:creator>
  <cp:lastModifiedBy>Sathishkumar P H</cp:lastModifiedBy>
  <cp:revision>541</cp:revision>
  <dcterms:created xsi:type="dcterms:W3CDTF">2022-01-18T12:35:56Z</dcterms:created>
  <dcterms:modified xsi:type="dcterms:W3CDTF">2023-04-03T15:45:30Z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Created">
    <vt:lpwstr>2022-01-18 01:04 PM</vt:lpwstr>
  </property>
  <property fmtid="{D5CDD505-2E9C-101B-9397-08002B2CF9AE}" pid="3" name="TemplateLastEdited">
    <vt:lpwstr>2022-01-18 06:01 PM</vt:lpwstr>
  </property>
  <property fmtid="{D5CDD505-2E9C-101B-9397-08002B2CF9AE}" pid="4" name="MSIP_Label_b24820e8-223f-4ed2-bd95-81c83f641284_Enabled">
    <vt:lpwstr>true</vt:lpwstr>
  </property>
  <property fmtid="{D5CDD505-2E9C-101B-9397-08002B2CF9AE}" pid="5" name="MSIP_Label_b24820e8-223f-4ed2-bd95-81c83f641284_SetDate">
    <vt:lpwstr>2023-03-18T09:34:36Z</vt:lpwstr>
  </property>
  <property fmtid="{D5CDD505-2E9C-101B-9397-08002B2CF9AE}" pid="6" name="MSIP_Label_b24820e8-223f-4ed2-bd95-81c83f641284_Method">
    <vt:lpwstr>Standard</vt:lpwstr>
  </property>
  <property fmtid="{D5CDD505-2E9C-101B-9397-08002B2CF9AE}" pid="7" name="MSIP_Label_b24820e8-223f-4ed2-bd95-81c83f641284_Name">
    <vt:lpwstr>b24820e8-223f-4ed2-bd95-81c83f641284</vt:lpwstr>
  </property>
  <property fmtid="{D5CDD505-2E9C-101B-9397-08002B2CF9AE}" pid="8" name="MSIP_Label_b24820e8-223f-4ed2-bd95-81c83f641284_SiteId">
    <vt:lpwstr>3cbcc3d3-094d-4006-9849-0d11d61f484d</vt:lpwstr>
  </property>
  <property fmtid="{D5CDD505-2E9C-101B-9397-08002B2CF9AE}" pid="9" name="MSIP_Label_b24820e8-223f-4ed2-bd95-81c83f641284_ActionId">
    <vt:lpwstr>e1ae3770-84e1-48ec-b0ef-b223c4f0fbe3</vt:lpwstr>
  </property>
  <property fmtid="{D5CDD505-2E9C-101B-9397-08002B2CF9AE}" pid="10" name="MSIP_Label_b24820e8-223f-4ed2-bd95-81c83f641284_ContentBits">
    <vt:lpwstr>0</vt:lpwstr>
  </property>
</Properties>
</file>